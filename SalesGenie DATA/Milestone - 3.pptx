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-78" y="-9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32488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6876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8129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277993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39376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4387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4941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9838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2078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8147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52415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6111-3E55-4108-A6A6-C9DFF4BDF107}" type="datetimeFigureOut">
              <a:rPr lang="en-IN" smtClean="0"/>
              <a:pPr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8D2C7-513F-414D-B2AE-03C7AAD421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82710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86377"/>
            <a:ext cx="9144000" cy="1423585"/>
          </a:xfrm>
        </p:spPr>
        <p:txBody>
          <a:bodyPr/>
          <a:lstStyle/>
          <a:p>
            <a:r>
              <a:rPr lang="en-GB" dirty="0" smtClean="0"/>
              <a:t>Milestone  - 3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0174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Milestone 3 (Weeks 5–6) – CRM Integration &amp; Conversation Intelligence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• Integrate CRM systems and sales workflows.</a:t>
            </a:r>
          </a:p>
          <a:p>
            <a:pPr marL="0" indent="0">
              <a:buNone/>
            </a:pPr>
            <a:r>
              <a:rPr lang="en-GB" dirty="0" smtClean="0"/>
              <a:t>• Implement meeting and sales conversation summarization.</a:t>
            </a:r>
          </a:p>
          <a:p>
            <a:pPr marL="0" indent="0">
              <a:buNone/>
            </a:pPr>
            <a:r>
              <a:rPr lang="en-GB" dirty="0" smtClean="0"/>
              <a:t>• Develop </a:t>
            </a:r>
            <a:r>
              <a:rPr lang="en-GB" dirty="0" err="1" smtClean="0"/>
              <a:t>FastAPI</a:t>
            </a:r>
            <a:r>
              <a:rPr lang="en-GB" dirty="0" smtClean="0"/>
              <a:t> endpoints for external integrations.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92614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0310"/>
            <a:ext cx="10515600" cy="5146653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Objective</a:t>
            </a:r>
          </a:p>
          <a:p>
            <a:r>
              <a:rPr lang="en-GB" dirty="0" smtClean="0"/>
              <a:t>Build an AI-powered system that:</a:t>
            </a:r>
          </a:p>
          <a:p>
            <a:r>
              <a:rPr lang="en-GB" dirty="0" smtClean="0"/>
              <a:t>Connects with CRM platforms. </a:t>
            </a:r>
          </a:p>
          <a:p>
            <a:r>
              <a:rPr lang="en-GB" dirty="0" smtClean="0"/>
              <a:t>Stores customer and sales information. </a:t>
            </a:r>
          </a:p>
          <a:p>
            <a:r>
              <a:rPr lang="en-GB" dirty="0" smtClean="0"/>
              <a:t>Summarizes sales meetings automatically. </a:t>
            </a:r>
          </a:p>
          <a:p>
            <a:r>
              <a:rPr lang="en-GB" dirty="0" smtClean="0"/>
              <a:t>Extracts insights from conversations. </a:t>
            </a:r>
          </a:p>
          <a:p>
            <a:r>
              <a:rPr lang="en-GB" dirty="0" smtClean="0"/>
              <a:t>Provides </a:t>
            </a:r>
            <a:r>
              <a:rPr lang="en-GB" dirty="0" err="1" smtClean="0"/>
              <a:t>FastAPI</a:t>
            </a:r>
            <a:r>
              <a:rPr lang="en-GB" dirty="0" smtClean="0"/>
              <a:t> endpoints for external applications.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1850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869" y="1519707"/>
            <a:ext cx="6709892" cy="5048518"/>
          </a:xfrm>
        </p:spPr>
      </p:pic>
    </p:spTree>
    <p:extLst>
      <p:ext uri="{BB962C8B-B14F-4D97-AF65-F5344CB8AC3E}">
        <p14:creationId xmlns="" xmlns:p14="http://schemas.microsoft.com/office/powerpoint/2010/main" val="17051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3"/>
            <a:ext cx="789367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 1: CRM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Install Required Packages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uvicorn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requests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95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3792"/>
            <a:ext cx="10515600" cy="56231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Step 2: Create CRM Database Model</a:t>
            </a:r>
          </a:p>
          <a:p>
            <a:pPr marL="0" indent="0">
              <a:buNone/>
            </a:pPr>
            <a:r>
              <a:rPr lang="en-IN" dirty="0" smtClean="0"/>
              <a:t>from </a:t>
            </a:r>
            <a:r>
              <a:rPr lang="en-IN" dirty="0" err="1" smtClean="0"/>
              <a:t>sqlalchemy</a:t>
            </a:r>
            <a:r>
              <a:rPr lang="en-IN" dirty="0" smtClean="0"/>
              <a:t> import Column, Integer, String</a:t>
            </a:r>
          </a:p>
          <a:p>
            <a:pPr marL="0" indent="0">
              <a:buNone/>
            </a:pPr>
            <a:r>
              <a:rPr lang="en-IN" dirty="0" smtClean="0"/>
              <a:t>from database import Base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class Customer(Base):</a:t>
            </a:r>
          </a:p>
          <a:p>
            <a:pPr marL="0" indent="0">
              <a:buNone/>
            </a:pPr>
            <a:r>
              <a:rPr lang="en-IN" dirty="0" smtClean="0"/>
              <a:t>    __</a:t>
            </a:r>
            <a:r>
              <a:rPr lang="en-IN" dirty="0" err="1" smtClean="0"/>
              <a:t>tablename</a:t>
            </a:r>
            <a:r>
              <a:rPr lang="en-IN" dirty="0" smtClean="0"/>
              <a:t>__ = "customers"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id = Column(Integer, </a:t>
            </a:r>
            <a:r>
              <a:rPr lang="en-IN" dirty="0" err="1" smtClean="0"/>
              <a:t>primary_key</a:t>
            </a:r>
            <a:r>
              <a:rPr lang="en-IN" dirty="0" smtClean="0"/>
              <a:t>=True)</a:t>
            </a:r>
          </a:p>
          <a:p>
            <a:pPr marL="0" indent="0">
              <a:buNone/>
            </a:pPr>
            <a:r>
              <a:rPr lang="en-IN" dirty="0" smtClean="0"/>
              <a:t>    name = Column(String)</a:t>
            </a:r>
          </a:p>
          <a:p>
            <a:pPr marL="0" indent="0">
              <a:buNone/>
            </a:pPr>
            <a:r>
              <a:rPr lang="en-IN" dirty="0" smtClean="0"/>
              <a:t>    email = Column(String)</a:t>
            </a:r>
          </a:p>
          <a:p>
            <a:pPr marL="0" indent="0">
              <a:buNone/>
            </a:pPr>
            <a:r>
              <a:rPr lang="en-IN" dirty="0" smtClean="0"/>
              <a:t>    company = Column(String)</a:t>
            </a:r>
          </a:p>
          <a:p>
            <a:pPr marL="0" indent="0">
              <a:buNone/>
            </a:pPr>
            <a:r>
              <a:rPr lang="en-IN" dirty="0" smtClean="0"/>
              <a:t>    status = Column(String)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9972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4248" y="232397"/>
            <a:ext cx="5679583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 Status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Name: John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Company: Microsoft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Status: Interested</a:t>
            </a:r>
          </a:p>
        </p:txBody>
      </p:sp>
    </p:spTree>
    <p:extLst>
      <p:ext uri="{BB962C8B-B14F-4D97-AF65-F5344CB8AC3E}">
        <p14:creationId xmlns="" xmlns:p14="http://schemas.microsoft.com/office/powerpoint/2010/main" val="319885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8186"/>
            <a:ext cx="10515600" cy="5558777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Step 3: Create CRM Service</a:t>
            </a:r>
          </a:p>
          <a:p>
            <a:pPr marL="0" indent="0">
              <a:buNone/>
            </a:pPr>
            <a:r>
              <a:rPr lang="en-GB" dirty="0" smtClean="0"/>
              <a:t>customers = []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err="1" smtClean="0"/>
              <a:t>def</a:t>
            </a:r>
            <a:r>
              <a:rPr lang="en-GB" dirty="0" smtClean="0"/>
              <a:t> </a:t>
            </a:r>
            <a:r>
              <a:rPr lang="en-GB" dirty="0" err="1" smtClean="0"/>
              <a:t>add_customer</a:t>
            </a:r>
            <a:r>
              <a:rPr lang="en-GB" dirty="0" smtClean="0"/>
              <a:t>(data):</a:t>
            </a:r>
          </a:p>
          <a:p>
            <a:pPr marL="0" indent="0">
              <a:buNone/>
            </a:pPr>
            <a:r>
              <a:rPr lang="en-GB" dirty="0" smtClean="0"/>
              <a:t>    </a:t>
            </a:r>
            <a:r>
              <a:rPr lang="en-GB" dirty="0" err="1" smtClean="0"/>
              <a:t>customers.append</a:t>
            </a:r>
            <a:r>
              <a:rPr lang="en-GB" dirty="0" smtClean="0"/>
              <a:t>(data)</a:t>
            </a:r>
          </a:p>
          <a:p>
            <a:pPr marL="0" indent="0">
              <a:buNone/>
            </a:pPr>
            <a:r>
              <a:rPr lang="en-GB" dirty="0" smtClean="0"/>
              <a:t>    return data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19531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2124"/>
            <a:ext cx="10515600" cy="5764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 smtClean="0"/>
              <a:t>Step 4: CRM API Endpoint</a:t>
            </a:r>
          </a:p>
          <a:p>
            <a:pPr marL="0" indent="0">
              <a:buNone/>
            </a:pPr>
            <a:r>
              <a:rPr lang="en-GB" dirty="0" smtClean="0"/>
              <a:t>from </a:t>
            </a:r>
            <a:r>
              <a:rPr lang="en-GB" dirty="0" err="1" smtClean="0"/>
              <a:t>fastapi</a:t>
            </a:r>
            <a:r>
              <a:rPr lang="en-GB" dirty="0" smtClean="0"/>
              <a:t> import </a:t>
            </a:r>
            <a:r>
              <a:rPr lang="en-GB" dirty="0" err="1" smtClean="0"/>
              <a:t>FastAPI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app = </a:t>
            </a:r>
            <a:r>
              <a:rPr lang="en-GB" dirty="0" err="1" smtClean="0"/>
              <a:t>FastAPI</a:t>
            </a:r>
            <a:r>
              <a:rPr lang="en-GB" dirty="0" smtClean="0"/>
              <a:t>()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@</a:t>
            </a:r>
            <a:r>
              <a:rPr lang="en-GB" dirty="0" err="1" smtClean="0"/>
              <a:t>app.post</a:t>
            </a:r>
            <a:r>
              <a:rPr lang="en-GB" dirty="0" smtClean="0"/>
              <a:t>("/customer")</a:t>
            </a:r>
          </a:p>
          <a:p>
            <a:pPr marL="0" indent="0">
              <a:buNone/>
            </a:pPr>
            <a:r>
              <a:rPr lang="en-GB" dirty="0" err="1" smtClean="0"/>
              <a:t>def</a:t>
            </a:r>
            <a:r>
              <a:rPr lang="en-GB" dirty="0" smtClean="0"/>
              <a:t> </a:t>
            </a:r>
            <a:r>
              <a:rPr lang="en-GB" dirty="0" err="1" smtClean="0"/>
              <a:t>create_customer</a:t>
            </a:r>
            <a:r>
              <a:rPr lang="en-GB" dirty="0" smtClean="0"/>
              <a:t>(customer: </a:t>
            </a:r>
            <a:r>
              <a:rPr lang="en-GB" dirty="0" err="1" smtClean="0"/>
              <a:t>dict</a:t>
            </a:r>
            <a:r>
              <a:rPr lang="en-GB" dirty="0" smtClean="0"/>
              <a:t>):</a:t>
            </a:r>
          </a:p>
          <a:p>
            <a:pPr marL="0" indent="0">
              <a:buNone/>
            </a:pPr>
            <a:r>
              <a:rPr lang="en-GB" dirty="0" smtClean="0"/>
              <a:t>    </a:t>
            </a:r>
            <a:r>
              <a:rPr lang="en-GB" dirty="0" err="1" smtClean="0"/>
              <a:t>customers.append</a:t>
            </a:r>
            <a:r>
              <a:rPr lang="en-GB" dirty="0" smtClean="0"/>
              <a:t>(customer)</a:t>
            </a:r>
          </a:p>
          <a:p>
            <a:pPr marL="0" indent="0">
              <a:buNone/>
            </a:pPr>
            <a:r>
              <a:rPr lang="en-GB" dirty="0" smtClean="0"/>
              <a:t>    return {"</a:t>
            </a:r>
            <a:r>
              <a:rPr lang="en-GB" dirty="0" err="1" smtClean="0"/>
              <a:t>message":"Customer</a:t>
            </a:r>
            <a:r>
              <a:rPr lang="en-GB" dirty="0" smtClean="0"/>
              <a:t> Added"}</a:t>
            </a:r>
          </a:p>
          <a:p>
            <a:pPr marL="0" indent="0">
              <a:buNone/>
            </a:pPr>
            <a:r>
              <a:rPr lang="en-IN" dirty="0" smtClean="0"/>
              <a:t>Run:</a:t>
            </a:r>
          </a:p>
          <a:p>
            <a:pPr marL="0" indent="0">
              <a:buNone/>
            </a:pPr>
            <a:r>
              <a:rPr lang="en-IN" dirty="0" err="1" smtClean="0"/>
              <a:t>uvicorn</a:t>
            </a:r>
            <a:r>
              <a:rPr lang="en-IN" dirty="0" smtClean="0"/>
              <a:t> </a:t>
            </a:r>
            <a:r>
              <a:rPr lang="en-IN" dirty="0" err="1" smtClean="0"/>
              <a:t>main:app</a:t>
            </a:r>
            <a:r>
              <a:rPr lang="en-IN" dirty="0" smtClean="0"/>
              <a:t> --reload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05989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9854"/>
            <a:ext cx="10515600" cy="5417109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Test:</a:t>
            </a:r>
          </a:p>
          <a:p>
            <a:pPr marL="0" indent="0">
              <a:buNone/>
            </a:pPr>
            <a:r>
              <a:rPr lang="en-IN" b="1" dirty="0" smtClean="0"/>
              <a:t>POST /customer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Response: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 "</a:t>
            </a:r>
            <a:r>
              <a:rPr lang="en-IN" dirty="0" err="1" smtClean="0"/>
              <a:t>message":"Customer</a:t>
            </a:r>
            <a:r>
              <a:rPr lang="en-IN" dirty="0" smtClean="0"/>
              <a:t> Added"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42994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9701"/>
            <a:ext cx="10515600" cy="5507262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Part 2: Conversation Intelligence</a:t>
            </a:r>
          </a:p>
          <a:p>
            <a:r>
              <a:rPr lang="en-IN" b="1" dirty="0" smtClean="0"/>
              <a:t>Step 1: Sample Sales Transcript</a:t>
            </a:r>
          </a:p>
          <a:p>
            <a:pPr marL="0" indent="0">
              <a:buNone/>
            </a:pPr>
            <a:r>
              <a:rPr lang="en-GB" dirty="0" smtClean="0"/>
              <a:t>transcript = """</a:t>
            </a:r>
          </a:p>
          <a:p>
            <a:pPr marL="0" indent="0">
              <a:buNone/>
            </a:pPr>
            <a:r>
              <a:rPr lang="en-GB" dirty="0" smtClean="0"/>
              <a:t>Customer is interested in purchasing</a:t>
            </a:r>
          </a:p>
          <a:p>
            <a:pPr marL="0" indent="0">
              <a:buNone/>
            </a:pPr>
            <a:r>
              <a:rPr lang="en-GB" dirty="0" smtClean="0"/>
              <a:t>our AI analytics platform.</a:t>
            </a:r>
          </a:p>
          <a:p>
            <a:pPr marL="0" indent="0">
              <a:buNone/>
            </a:pPr>
            <a:r>
              <a:rPr lang="en-GB" dirty="0" smtClean="0"/>
              <a:t>Requested pricing details.</a:t>
            </a:r>
          </a:p>
          <a:p>
            <a:pPr marL="0" indent="0">
              <a:buNone/>
            </a:pPr>
            <a:r>
              <a:rPr lang="en-GB" dirty="0" smtClean="0"/>
              <a:t>Follow-up next Tuesday.</a:t>
            </a:r>
          </a:p>
          <a:p>
            <a:pPr marL="0" indent="0">
              <a:buNone/>
            </a:pPr>
            <a:r>
              <a:rPr lang="en-GB" dirty="0" smtClean="0"/>
              <a:t>"""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50395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965810"/>
            <a:ext cx="9194442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Generate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another LLM: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 =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=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client.chat.completions.create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model="gpt-4o-mini",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messages=[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role":"user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"content":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f"Summarize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:\n{transcript}"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response.choices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[0].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message.content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16820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2970243"/>
            <a:ext cx="681185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interested in AI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Requested pricing.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Follow-up scheduled Tuesday.</a:t>
            </a:r>
          </a:p>
        </p:txBody>
      </p:sp>
    </p:spTree>
    <p:extLst>
      <p:ext uri="{BB962C8B-B14F-4D97-AF65-F5344CB8AC3E}">
        <p14:creationId xmlns="" xmlns:p14="http://schemas.microsoft.com/office/powerpoint/2010/main" val="399131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462607"/>
            <a:ext cx="536832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Extract Action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prompt = f"""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action items: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GB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{transcript}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""“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200" dirty="0" smtClean="0"/>
              <a:t>Output: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Send pricing document.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Schedule follow-up Tuesday.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5767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2442" y="394692"/>
            <a:ext cx="7404279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4: Sentiment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Install: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600" dirty="0" smtClean="0"/>
              <a:t>pip install </a:t>
            </a:r>
            <a:r>
              <a:rPr lang="en-IN" sz="3600" dirty="0" err="1" smtClean="0"/>
              <a:t>textblob</a:t>
            </a:r>
            <a:endParaRPr lang="en-IN" sz="36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3600" dirty="0" smtClean="0"/>
              <a:t>Code: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= "I really like this product."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= 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(text)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GB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kumimoji="0" lang="en-GB" sz="3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analysis.sentiment</a:t>
            </a:r>
            <a:r>
              <a:rPr kumimoji="0" lang="en-GB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362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459"/>
            <a:ext cx="10515600" cy="5481504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Output:</a:t>
            </a:r>
          </a:p>
          <a:p>
            <a:pPr marL="0" indent="0">
              <a:buNone/>
            </a:pPr>
            <a:r>
              <a:rPr lang="en-IN" dirty="0" smtClean="0"/>
              <a:t>Polarity = 0.8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GB" dirty="0" smtClean="0"/>
              <a:t>Meaning: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547156053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&lt;0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Neutral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109079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5307"/>
            <a:ext cx="10515600" cy="5571656"/>
          </a:xfrm>
        </p:spPr>
        <p:txBody>
          <a:bodyPr/>
          <a:lstStyle/>
          <a:p>
            <a:pPr marL="0" indent="0">
              <a:buNone/>
            </a:pPr>
            <a:r>
              <a:rPr lang="en-GB" b="1" dirty="0" smtClean="0"/>
              <a:t>Part 3: Meeting Summarization Service</a:t>
            </a:r>
          </a:p>
          <a:p>
            <a:r>
              <a:rPr lang="en-GB" b="1" dirty="0" smtClean="0"/>
              <a:t>Create Utility Function</a:t>
            </a:r>
          </a:p>
          <a:p>
            <a:pPr marL="0" indent="0">
              <a:buNone/>
            </a:pPr>
            <a:r>
              <a:rPr lang="en-GB" dirty="0" err="1" smtClean="0"/>
              <a:t>def</a:t>
            </a:r>
            <a:r>
              <a:rPr lang="en-GB" dirty="0" smtClean="0"/>
              <a:t> </a:t>
            </a:r>
            <a:r>
              <a:rPr lang="en-GB" dirty="0" err="1" smtClean="0"/>
              <a:t>summarize_meeting</a:t>
            </a:r>
            <a:r>
              <a:rPr lang="en-GB" dirty="0" smtClean="0"/>
              <a:t>(transcript):</a:t>
            </a:r>
          </a:p>
          <a:p>
            <a:pPr marL="0" indent="0">
              <a:buNone/>
            </a:pPr>
            <a:r>
              <a:rPr lang="en-GB" dirty="0" smtClean="0"/>
              <a:t>    summary = transcript[:200]</a:t>
            </a:r>
          </a:p>
          <a:p>
            <a:pPr marL="0" indent="0">
              <a:buNone/>
            </a:pPr>
            <a:r>
              <a:rPr lang="en-GB" dirty="0" smtClean="0"/>
              <a:t>    return summary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77669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51337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API Endpoint</a:t>
            </a:r>
          </a:p>
          <a:p>
            <a:pPr marL="0" indent="0">
              <a:buNone/>
            </a:pPr>
            <a:r>
              <a:rPr lang="en-GB" dirty="0" smtClean="0"/>
              <a:t>@</a:t>
            </a:r>
            <a:r>
              <a:rPr lang="en-GB" dirty="0" err="1" smtClean="0"/>
              <a:t>app.post</a:t>
            </a:r>
            <a:r>
              <a:rPr lang="en-GB" dirty="0" smtClean="0"/>
              <a:t>("/summarize")</a:t>
            </a:r>
          </a:p>
          <a:p>
            <a:pPr marL="0" indent="0">
              <a:buNone/>
            </a:pPr>
            <a:r>
              <a:rPr lang="en-GB" dirty="0" err="1" smtClean="0"/>
              <a:t>def</a:t>
            </a:r>
            <a:r>
              <a:rPr lang="en-GB" dirty="0" smtClean="0"/>
              <a:t> summarize(data: </a:t>
            </a:r>
            <a:r>
              <a:rPr lang="en-GB" dirty="0" err="1" smtClean="0"/>
              <a:t>dict</a:t>
            </a:r>
            <a:r>
              <a:rPr lang="en-GB" dirty="0" smtClean="0"/>
              <a:t>):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transcript = data["transcript"]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summary = </a:t>
            </a:r>
            <a:r>
              <a:rPr lang="en-GB" dirty="0" err="1" smtClean="0"/>
              <a:t>summarize_meeting</a:t>
            </a:r>
            <a:r>
              <a:rPr lang="en-GB" dirty="0" smtClean="0"/>
              <a:t>(transcript)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return {</a:t>
            </a:r>
          </a:p>
          <a:p>
            <a:pPr marL="0" indent="0">
              <a:buNone/>
            </a:pPr>
            <a:r>
              <a:rPr lang="en-GB" dirty="0" smtClean="0"/>
              <a:t>        "summary": summary</a:t>
            </a:r>
          </a:p>
          <a:p>
            <a:pPr marL="0" indent="0">
              <a:buNone/>
            </a:pPr>
            <a:r>
              <a:rPr lang="en-GB" dirty="0" smtClean="0"/>
              <a:t>    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81545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459"/>
            <a:ext cx="10515600" cy="5481504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Request: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"</a:t>
            </a:r>
            <a:r>
              <a:rPr lang="en-IN" dirty="0" err="1" smtClean="0"/>
              <a:t>transcript":"Meeting</a:t>
            </a:r>
            <a:r>
              <a:rPr lang="en-IN" dirty="0" smtClean="0"/>
              <a:t> discussion..."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IN" dirty="0" smtClean="0"/>
              <a:t>Response:</a:t>
            </a:r>
          </a:p>
          <a:p>
            <a:pPr marL="0" indent="0">
              <a:buNone/>
            </a:pPr>
            <a:r>
              <a:rPr lang="en-IN" dirty="0" smtClean="0"/>
              <a:t>{</a:t>
            </a:r>
          </a:p>
          <a:p>
            <a:pPr marL="0" indent="0">
              <a:buNone/>
            </a:pPr>
            <a:r>
              <a:rPr lang="en-IN" dirty="0" smtClean="0"/>
              <a:t> "</a:t>
            </a:r>
            <a:r>
              <a:rPr lang="en-IN" dirty="0" err="1" smtClean="0"/>
              <a:t>summary":"Meeting</a:t>
            </a:r>
            <a:r>
              <a:rPr lang="en-IN" dirty="0" smtClean="0"/>
              <a:t> discussion..."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71172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459"/>
            <a:ext cx="10515600" cy="54815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 smtClean="0"/>
              <a:t>Part 4: Conversation Insights</a:t>
            </a:r>
          </a:p>
          <a:p>
            <a:r>
              <a:rPr lang="en-GB" dirty="0" smtClean="0"/>
              <a:t>Extract:</a:t>
            </a:r>
          </a:p>
          <a:p>
            <a:r>
              <a:rPr lang="en-GB" dirty="0" smtClean="0"/>
              <a:t>Customer Interest </a:t>
            </a:r>
          </a:p>
          <a:p>
            <a:r>
              <a:rPr lang="en-GB" dirty="0" smtClean="0"/>
              <a:t>Budget Mention </a:t>
            </a:r>
          </a:p>
          <a:p>
            <a:r>
              <a:rPr lang="en-GB" dirty="0" smtClean="0"/>
              <a:t>Competitors Mentioned </a:t>
            </a:r>
          </a:p>
          <a:p>
            <a:r>
              <a:rPr lang="en-GB" dirty="0" smtClean="0"/>
              <a:t>Next Meeting Date </a:t>
            </a:r>
          </a:p>
          <a:p>
            <a:pPr marL="0" indent="0">
              <a:buNone/>
            </a:pPr>
            <a:r>
              <a:rPr lang="en-GB" b="1" dirty="0" smtClean="0"/>
              <a:t>Example:</a:t>
            </a:r>
          </a:p>
          <a:p>
            <a:pPr marL="0" indent="0">
              <a:buNone/>
            </a:pPr>
            <a:r>
              <a:rPr lang="en-GB" dirty="0" smtClean="0"/>
              <a:t>insights = {</a:t>
            </a:r>
          </a:p>
          <a:p>
            <a:pPr marL="0" indent="0">
              <a:buNone/>
            </a:pPr>
            <a:r>
              <a:rPr lang="en-GB" dirty="0" smtClean="0"/>
              <a:t>"</a:t>
            </a:r>
            <a:r>
              <a:rPr lang="en-GB" dirty="0" err="1" smtClean="0"/>
              <a:t>interest":"High</a:t>
            </a:r>
            <a:r>
              <a:rPr lang="en-GB" dirty="0" smtClean="0"/>
              <a:t>",</a:t>
            </a:r>
          </a:p>
          <a:p>
            <a:pPr marL="0" indent="0">
              <a:buNone/>
            </a:pPr>
            <a:r>
              <a:rPr lang="en-GB" dirty="0" smtClean="0"/>
              <a:t>"budget":"$5000",</a:t>
            </a:r>
          </a:p>
          <a:p>
            <a:pPr marL="0" indent="0">
              <a:buNone/>
            </a:pPr>
            <a:r>
              <a:rPr lang="en-GB" dirty="0" smtClean="0"/>
              <a:t>"next_meeting":"2026-08-01"</a:t>
            </a:r>
          </a:p>
          <a:p>
            <a:pPr marL="0" indent="0">
              <a:buNone/>
            </a:pPr>
            <a:r>
              <a:rPr lang="en-GB" dirty="0" smtClean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95209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1065"/>
            <a:ext cx="10515600" cy="5545898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Endpoint</a:t>
            </a:r>
          </a:p>
          <a:p>
            <a:pPr marL="0" indent="0">
              <a:buNone/>
            </a:pPr>
            <a:r>
              <a:rPr lang="en-GB" dirty="0" smtClean="0"/>
              <a:t>@</a:t>
            </a:r>
            <a:r>
              <a:rPr lang="en-GB" dirty="0" err="1" smtClean="0"/>
              <a:t>app.post</a:t>
            </a:r>
            <a:r>
              <a:rPr lang="en-GB" dirty="0" smtClean="0"/>
              <a:t>("/insights")</a:t>
            </a:r>
          </a:p>
          <a:p>
            <a:pPr marL="0" indent="0">
              <a:buNone/>
            </a:pPr>
            <a:r>
              <a:rPr lang="en-GB" dirty="0" err="1" smtClean="0"/>
              <a:t>def</a:t>
            </a:r>
            <a:r>
              <a:rPr lang="en-GB" dirty="0" smtClean="0"/>
              <a:t> </a:t>
            </a:r>
            <a:r>
              <a:rPr lang="en-GB" dirty="0" err="1" smtClean="0"/>
              <a:t>get_insights</a:t>
            </a:r>
            <a:r>
              <a:rPr lang="en-GB" dirty="0" smtClean="0"/>
              <a:t>():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return {</a:t>
            </a:r>
          </a:p>
          <a:p>
            <a:pPr marL="0" indent="0">
              <a:buNone/>
            </a:pPr>
            <a:r>
              <a:rPr lang="en-GB" dirty="0" smtClean="0"/>
              <a:t>        "</a:t>
            </a:r>
            <a:r>
              <a:rPr lang="en-GB" dirty="0" err="1" smtClean="0"/>
              <a:t>interest":"High</a:t>
            </a:r>
            <a:r>
              <a:rPr lang="en-GB" dirty="0" smtClean="0"/>
              <a:t>",</a:t>
            </a:r>
          </a:p>
          <a:p>
            <a:pPr marL="0" indent="0">
              <a:buNone/>
            </a:pPr>
            <a:r>
              <a:rPr lang="en-GB" dirty="0" smtClean="0"/>
              <a:t>        "budget":"5000"</a:t>
            </a:r>
          </a:p>
          <a:p>
            <a:pPr marL="0" indent="0">
              <a:buNone/>
            </a:pPr>
            <a:r>
              <a:rPr lang="en-GB" dirty="0" smtClean="0"/>
              <a:t>    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33156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46749"/>
            <a:ext cx="6216766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 5: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External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 for CRM Push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</a:t>
            </a: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app.post</a:t>
            </a: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("/</a:t>
            </a: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crm</a:t>
            </a: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/push")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</a:t>
            </a: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push_to_crm</a:t>
            </a: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(data: </a:t>
            </a: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</a:t>
            </a: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GB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return 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"</a:t>
            </a: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status":"Success</a:t>
            </a: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"</a:t>
            </a:r>
            <a:r>
              <a:rPr kumimoji="0" lang="en-GB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customer":data</a:t>
            </a:r>
            <a:endParaRPr kumimoji="0" lang="en-GB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GB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}</a:t>
            </a:r>
            <a:endParaRPr kumimoji="0" 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2139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2130"/>
            <a:ext cx="10515600" cy="4876196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Endpoint for Summary</a:t>
            </a:r>
          </a:p>
          <a:p>
            <a:pPr marL="0" indent="0">
              <a:buNone/>
            </a:pPr>
            <a:r>
              <a:rPr lang="en-GB" dirty="0" smtClean="0"/>
              <a:t>@</a:t>
            </a:r>
            <a:r>
              <a:rPr lang="en-GB" dirty="0" err="1" smtClean="0"/>
              <a:t>app.get</a:t>
            </a:r>
            <a:r>
              <a:rPr lang="en-GB" dirty="0" smtClean="0"/>
              <a:t>("/summary/{</a:t>
            </a:r>
            <a:r>
              <a:rPr lang="en-GB" dirty="0" err="1" smtClean="0"/>
              <a:t>meeting_id</a:t>
            </a:r>
            <a:r>
              <a:rPr lang="en-GB" dirty="0" smtClean="0"/>
              <a:t>}")</a:t>
            </a:r>
          </a:p>
          <a:p>
            <a:pPr marL="0" indent="0">
              <a:buNone/>
            </a:pPr>
            <a:r>
              <a:rPr lang="en-GB" dirty="0" err="1" smtClean="0"/>
              <a:t>def</a:t>
            </a:r>
            <a:r>
              <a:rPr lang="en-GB" dirty="0" smtClean="0"/>
              <a:t> summary(</a:t>
            </a:r>
            <a:r>
              <a:rPr lang="en-GB" dirty="0" err="1" smtClean="0"/>
              <a:t>meeting_id:int</a:t>
            </a:r>
            <a:r>
              <a:rPr lang="en-GB" dirty="0" smtClean="0"/>
              <a:t>):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return {</a:t>
            </a:r>
          </a:p>
          <a:p>
            <a:pPr marL="0" indent="0">
              <a:buNone/>
            </a:pPr>
            <a:r>
              <a:rPr lang="en-GB" dirty="0" smtClean="0"/>
              <a:t>        "meeting_id":</a:t>
            </a:r>
            <a:r>
              <a:rPr lang="en-GB" dirty="0" err="1" smtClean="0"/>
              <a:t>meeting_id</a:t>
            </a:r>
            <a:r>
              <a:rPr lang="en-GB" dirty="0" smtClean="0"/>
              <a:t>,</a:t>
            </a:r>
          </a:p>
          <a:p>
            <a:pPr marL="0" indent="0">
              <a:buNone/>
            </a:pPr>
            <a:r>
              <a:rPr lang="en-GB" dirty="0" smtClean="0"/>
              <a:t>        "</a:t>
            </a:r>
            <a:r>
              <a:rPr lang="en-GB" dirty="0" err="1" smtClean="0"/>
              <a:t>summary":"Customer</a:t>
            </a:r>
            <a:r>
              <a:rPr lang="en-GB" dirty="0" smtClean="0"/>
              <a:t> interested."</a:t>
            </a:r>
          </a:p>
          <a:p>
            <a:pPr marL="0" indent="0">
              <a:buNone/>
            </a:pPr>
            <a:r>
              <a:rPr lang="en-GB" dirty="0" smtClean="0"/>
              <a:t>    }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74360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3189"/>
            <a:ext cx="10515600" cy="5133774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Folder Structure</a:t>
            </a: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951" y="1418219"/>
            <a:ext cx="7438993" cy="475874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60320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38" y="296214"/>
            <a:ext cx="10998558" cy="631064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3645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11" y="347730"/>
            <a:ext cx="9981127" cy="59629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33679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633</Words>
  <Application>Microsoft Office PowerPoint</Application>
  <PresentationFormat>Custom</PresentationFormat>
  <Paragraphs>193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Milestone  - 3</vt:lpstr>
      <vt:lpstr>Slide 2</vt:lpstr>
      <vt:lpstr>Slide 3</vt:lpstr>
      <vt:lpstr>Architecture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 - 3</dc:title>
  <dc:creator>LAB 8</dc:creator>
  <cp:lastModifiedBy>kanakaraj</cp:lastModifiedBy>
  <cp:revision>23</cp:revision>
  <dcterms:created xsi:type="dcterms:W3CDTF">2026-07-23T08:45:42Z</dcterms:created>
  <dcterms:modified xsi:type="dcterms:W3CDTF">2026-07-27T15:21:19Z</dcterms:modified>
</cp:coreProperties>
</file>