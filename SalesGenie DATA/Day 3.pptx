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3200399"/>
          </a:xfrm>
        </p:spPr>
        <p:txBody>
          <a:bodyPr>
            <a:normAutofit/>
          </a:bodyPr>
          <a:lstStyle/>
          <a:p>
            <a:r>
              <a:rPr lang="en-US" b="1" dirty="0" smtClean="0"/>
              <a:t>OPEN-SOURCE ONLINE TOOLS (READY TO USE</a:t>
            </a:r>
            <a:r>
              <a:rPr lang="en-US" b="1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dirty="0" smtClean="0"/>
              <a:t>Below are </a:t>
            </a:r>
            <a:r>
              <a:rPr lang="en-US" b="1" dirty="0" smtClean="0"/>
              <a:t>popular, free, open-source tools</a:t>
            </a:r>
            <a:r>
              <a:rPr lang="en-US" dirty="0" smtClean="0"/>
              <a:t> you can deploy online for a </a:t>
            </a:r>
            <a:r>
              <a:rPr lang="en-US" b="1" dirty="0" smtClean="0"/>
              <a:t>Sales &amp; Profit </a:t>
            </a:r>
            <a:r>
              <a:rPr lang="en-US" b="1" dirty="0" smtClean="0"/>
              <a:t>Analyzer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1.Metabase (Highly Recommended)</a:t>
            </a:r>
          </a:p>
          <a:p>
            <a:r>
              <a:rPr lang="en-US" b="1" dirty="0" smtClean="0"/>
              <a:t>Type</a:t>
            </a:r>
            <a:r>
              <a:rPr lang="en-US" b="1" dirty="0" smtClean="0"/>
              <a:t>:</a:t>
            </a:r>
            <a:r>
              <a:rPr lang="en-US" dirty="0" smtClean="0"/>
              <a:t> Open-source BI &amp; analytics</a:t>
            </a:r>
            <a:br>
              <a:rPr lang="en-US" dirty="0" smtClean="0"/>
            </a:br>
            <a:r>
              <a:rPr lang="en-US" b="1" dirty="0" smtClean="0"/>
              <a:t>Best for:</a:t>
            </a:r>
            <a:r>
              <a:rPr lang="en-US" dirty="0" smtClean="0"/>
              <a:t> Sales &amp; profit dashboards</a:t>
            </a:r>
            <a:br>
              <a:rPr lang="en-US" dirty="0" smtClean="0"/>
            </a:br>
            <a:r>
              <a:rPr lang="en-US" b="1" dirty="0" smtClean="0"/>
              <a:t>AI support:</a:t>
            </a:r>
            <a:r>
              <a:rPr lang="en-US" dirty="0" smtClean="0"/>
              <a:t> Via SQL + ML integration</a:t>
            </a:r>
          </a:p>
          <a:p>
            <a:pPr>
              <a:buNone/>
            </a:pPr>
            <a:r>
              <a:rPr lang="en-US" dirty="0" smtClean="0"/>
              <a:t>Features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Upload CSV / connect database</a:t>
            </a:r>
          </a:p>
          <a:p>
            <a:r>
              <a:rPr lang="en-US" dirty="0" smtClean="0"/>
              <a:t>Profit &amp; sales dashboards</a:t>
            </a:r>
          </a:p>
          <a:p>
            <a:r>
              <a:rPr lang="en-US" dirty="0" smtClean="0"/>
              <a:t>Filters (date, product, region)</a:t>
            </a:r>
          </a:p>
          <a:p>
            <a:r>
              <a:rPr lang="en-US" dirty="0" smtClean="0"/>
              <a:t>Easy charts &amp; reports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Tech:</a:t>
            </a:r>
          </a:p>
          <a:p>
            <a:r>
              <a:rPr lang="en-US" dirty="0" err="1" smtClean="0"/>
              <a:t>PostgreSQL</a:t>
            </a:r>
            <a:r>
              <a:rPr lang="en-US" dirty="0" smtClean="0"/>
              <a:t> / </a:t>
            </a:r>
            <a:r>
              <a:rPr lang="en-US" dirty="0" err="1" smtClean="0"/>
              <a:t>MySQL</a:t>
            </a:r>
            <a:r>
              <a:rPr lang="en-US" dirty="0" smtClean="0"/>
              <a:t> / CSV</a:t>
            </a:r>
          </a:p>
          <a:p>
            <a:r>
              <a:rPr lang="en-US" dirty="0" err="1" smtClean="0"/>
              <a:t>Docker</a:t>
            </a:r>
            <a:r>
              <a:rPr lang="en-US" dirty="0" smtClean="0"/>
              <a:t> supported</a:t>
            </a:r>
          </a:p>
          <a:p>
            <a:pPr>
              <a:buNone/>
            </a:pPr>
            <a:r>
              <a:rPr lang="en-US" dirty="0" smtClean="0"/>
              <a:t>Use </a:t>
            </a:r>
            <a:r>
              <a:rPr lang="en-US" dirty="0" smtClean="0"/>
              <a:t>case:</a:t>
            </a:r>
          </a:p>
          <a:p>
            <a:r>
              <a:rPr lang="en-US" dirty="0" smtClean="0"/>
              <a:t>“Small shop owner views monthly sales &amp; profit trends online</a:t>
            </a:r>
            <a:r>
              <a:rPr lang="en-US" dirty="0" smtClean="0"/>
              <a:t>”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2. Apache </a:t>
            </a:r>
            <a:r>
              <a:rPr lang="en-US" b="1" dirty="0" smtClean="0"/>
              <a:t>Superset</a:t>
            </a:r>
          </a:p>
          <a:p>
            <a:r>
              <a:rPr lang="en-US" b="1" dirty="0" smtClean="0"/>
              <a:t>Type:</a:t>
            </a:r>
            <a:r>
              <a:rPr lang="en-US" dirty="0" smtClean="0"/>
              <a:t> Advanced open-source analytics platform</a:t>
            </a:r>
            <a:br>
              <a:rPr lang="en-US" dirty="0" smtClean="0"/>
            </a:br>
            <a:r>
              <a:rPr lang="en-US" b="1" dirty="0" smtClean="0"/>
              <a:t>Best for:</a:t>
            </a:r>
            <a:r>
              <a:rPr lang="en-US" dirty="0" smtClean="0"/>
              <a:t> Large datasets &amp; AI-ready dashboards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Features:</a:t>
            </a:r>
          </a:p>
          <a:p>
            <a:r>
              <a:rPr lang="en-US" dirty="0" smtClean="0"/>
              <a:t>Interactive dashboards</a:t>
            </a:r>
          </a:p>
          <a:p>
            <a:r>
              <a:rPr lang="en-US" dirty="0" smtClean="0"/>
              <a:t>SQL Lab for analytics</a:t>
            </a:r>
          </a:p>
          <a:p>
            <a:r>
              <a:rPr lang="en-US" dirty="0" smtClean="0"/>
              <a:t>ML integration (Python backend)</a:t>
            </a:r>
          </a:p>
          <a:p>
            <a:r>
              <a:rPr lang="en-US" dirty="0" smtClean="0"/>
              <a:t>Role-based access</a:t>
            </a:r>
          </a:p>
          <a:p>
            <a:pPr>
              <a:buNone/>
            </a:pPr>
            <a:r>
              <a:rPr lang="en-US" dirty="0" smtClean="0"/>
              <a:t>Ideal </a:t>
            </a:r>
            <a:r>
              <a:rPr lang="en-US" dirty="0" smtClean="0"/>
              <a:t>for:</a:t>
            </a:r>
          </a:p>
          <a:p>
            <a:r>
              <a:rPr lang="en-US" dirty="0" smtClean="0"/>
              <a:t>AI-powered forecasting</a:t>
            </a:r>
          </a:p>
          <a:p>
            <a:r>
              <a:rPr lang="en-US" dirty="0" smtClean="0"/>
              <a:t>Multi-branch business analysis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3. </a:t>
            </a:r>
            <a:r>
              <a:rPr lang="en-US" b="1" dirty="0" err="1" smtClean="0"/>
              <a:t>ERPNext</a:t>
            </a:r>
            <a:r>
              <a:rPr lang="en-US" b="1" dirty="0" smtClean="0"/>
              <a:t> </a:t>
            </a:r>
            <a:r>
              <a:rPr lang="en-US" b="1" dirty="0" smtClean="0"/>
              <a:t>(All-in-One Open Source ERP)</a:t>
            </a:r>
          </a:p>
          <a:p>
            <a:r>
              <a:rPr lang="en-US" b="1" dirty="0" smtClean="0"/>
              <a:t>Type:</a:t>
            </a:r>
            <a:r>
              <a:rPr lang="en-US" dirty="0" smtClean="0"/>
              <a:t> Business management system</a:t>
            </a:r>
            <a:br>
              <a:rPr lang="en-US" dirty="0" smtClean="0"/>
            </a:br>
            <a:r>
              <a:rPr lang="en-US" b="1" dirty="0" smtClean="0"/>
              <a:t>Best for:</a:t>
            </a:r>
            <a:r>
              <a:rPr lang="en-US" dirty="0" smtClean="0"/>
              <a:t> Real business deployment</a:t>
            </a:r>
          </a:p>
          <a:p>
            <a:pPr>
              <a:buNone/>
            </a:pPr>
            <a:r>
              <a:rPr lang="en-US" dirty="0" smtClean="0"/>
              <a:t>Features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Sales, inventory, accounting</a:t>
            </a:r>
          </a:p>
          <a:p>
            <a:r>
              <a:rPr lang="en-US" dirty="0" smtClean="0"/>
              <a:t>Profit &amp; loss statements</a:t>
            </a:r>
          </a:p>
          <a:p>
            <a:r>
              <a:rPr lang="en-US" dirty="0" smtClean="0"/>
              <a:t>Customer &amp; product analytics</a:t>
            </a:r>
          </a:p>
          <a:p>
            <a:r>
              <a:rPr lang="en-US" dirty="0" smtClean="0"/>
              <a:t>REST APIs for AI integration</a:t>
            </a:r>
          </a:p>
          <a:p>
            <a:pPr>
              <a:buNone/>
            </a:pPr>
            <a:r>
              <a:rPr lang="en-US" dirty="0" smtClean="0"/>
              <a:t>AI </a:t>
            </a:r>
            <a:r>
              <a:rPr lang="en-US" dirty="0" smtClean="0"/>
              <a:t>Add-on:</a:t>
            </a:r>
          </a:p>
          <a:p>
            <a:r>
              <a:rPr lang="en-US" dirty="0" smtClean="0"/>
              <a:t>Export data → apply ML models</a:t>
            </a:r>
          </a:p>
          <a:p>
            <a:r>
              <a:rPr lang="en-US" dirty="0" smtClean="0"/>
              <a:t>Plug AI insights back into ERP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4. </a:t>
            </a:r>
            <a:r>
              <a:rPr lang="en-US" b="1" dirty="0" err="1" smtClean="0"/>
              <a:t>Streamlit</a:t>
            </a:r>
            <a:r>
              <a:rPr lang="en-US" b="1" dirty="0" smtClean="0"/>
              <a:t> </a:t>
            </a:r>
            <a:r>
              <a:rPr lang="en-US" b="1" dirty="0" smtClean="0"/>
              <a:t>(AI Dashboard Builder)</a:t>
            </a:r>
          </a:p>
          <a:p>
            <a:r>
              <a:rPr lang="en-US" b="1" dirty="0" smtClean="0"/>
              <a:t>Type:</a:t>
            </a:r>
            <a:r>
              <a:rPr lang="en-US" dirty="0" smtClean="0"/>
              <a:t> Python open-source framework</a:t>
            </a:r>
            <a:br>
              <a:rPr lang="en-US" dirty="0" smtClean="0"/>
            </a:br>
            <a:r>
              <a:rPr lang="en-US" b="1" dirty="0" smtClean="0"/>
              <a:t>Best for:</a:t>
            </a:r>
            <a:r>
              <a:rPr lang="en-US" dirty="0" smtClean="0"/>
              <a:t> AI-based analytics tools</a:t>
            </a:r>
          </a:p>
          <a:p>
            <a:pPr>
              <a:buNone/>
            </a:pPr>
            <a:r>
              <a:rPr lang="en-US" dirty="0" smtClean="0"/>
              <a:t>Features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Upload sales CSV</a:t>
            </a:r>
          </a:p>
          <a:p>
            <a:r>
              <a:rPr lang="en-US" dirty="0" smtClean="0"/>
              <a:t>Auto profit calculation</a:t>
            </a:r>
          </a:p>
          <a:p>
            <a:r>
              <a:rPr lang="en-US" dirty="0" smtClean="0"/>
              <a:t>ML forecasting (LSTM / Prophet)</a:t>
            </a:r>
          </a:p>
          <a:p>
            <a:r>
              <a:rPr lang="en-US" dirty="0" smtClean="0"/>
              <a:t>Runs online (</a:t>
            </a:r>
            <a:r>
              <a:rPr lang="en-US" dirty="0" err="1" smtClean="0"/>
              <a:t>Streamlit</a:t>
            </a:r>
            <a:r>
              <a:rPr lang="en-US" dirty="0" smtClean="0"/>
              <a:t> Cloud)</a:t>
            </a:r>
          </a:p>
          <a:p>
            <a:pPr>
              <a:buNone/>
            </a:pPr>
            <a:r>
              <a:rPr lang="en-US" dirty="0" smtClean="0"/>
              <a:t>Example </a:t>
            </a:r>
            <a:r>
              <a:rPr lang="en-US" dirty="0" smtClean="0"/>
              <a:t>use:</a:t>
            </a:r>
          </a:p>
          <a:p>
            <a:r>
              <a:rPr lang="en-US" dirty="0" smtClean="0"/>
              <a:t>AI-powered sales &amp; profit analyzer in one Python app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5. </a:t>
            </a:r>
            <a:r>
              <a:rPr lang="en-US" b="1" dirty="0" err="1" smtClean="0"/>
              <a:t>Odoo</a:t>
            </a:r>
            <a:r>
              <a:rPr lang="en-US" b="1" dirty="0" smtClean="0"/>
              <a:t> </a:t>
            </a:r>
            <a:r>
              <a:rPr lang="en-US" b="1" dirty="0" smtClean="0"/>
              <a:t>Community Edition</a:t>
            </a:r>
          </a:p>
          <a:p>
            <a:r>
              <a:rPr lang="en-US" b="1" dirty="0" smtClean="0"/>
              <a:t>Type:</a:t>
            </a:r>
            <a:r>
              <a:rPr lang="en-US" dirty="0" smtClean="0"/>
              <a:t> Open-source business suite</a:t>
            </a:r>
            <a:br>
              <a:rPr lang="en-US" dirty="0" smtClean="0"/>
            </a:br>
            <a:r>
              <a:rPr lang="en-US" b="1" dirty="0" smtClean="0"/>
              <a:t>Best for:</a:t>
            </a:r>
            <a:r>
              <a:rPr lang="en-US" dirty="0" smtClean="0"/>
              <a:t> Sales + accounting analytics</a:t>
            </a:r>
          </a:p>
          <a:p>
            <a:pPr>
              <a:buNone/>
            </a:pPr>
            <a:r>
              <a:rPr lang="en-US" dirty="0" smtClean="0"/>
              <a:t>Features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Sales &amp; invoice tracking</a:t>
            </a:r>
          </a:p>
          <a:p>
            <a:r>
              <a:rPr lang="en-US" dirty="0" smtClean="0"/>
              <a:t>Profit analysis</a:t>
            </a:r>
          </a:p>
          <a:p>
            <a:r>
              <a:rPr lang="en-US" dirty="0" smtClean="0"/>
              <a:t>Open APIs</a:t>
            </a:r>
          </a:p>
          <a:p>
            <a:r>
              <a:rPr lang="en-US" dirty="0" smtClean="0"/>
              <a:t>AI-ready architecture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AI STACK (Open Source)</a:t>
            </a:r>
          </a:p>
          <a:p>
            <a:pPr>
              <a:buNone/>
            </a:pPr>
            <a:r>
              <a:rPr lang="en-US" dirty="0" smtClean="0"/>
              <a:t>	Purpose				Tool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Data processing	Pandas</a:t>
            </a:r>
            <a:r>
              <a:rPr lang="en-US" dirty="0" smtClean="0"/>
              <a:t>, </a:t>
            </a:r>
            <a:r>
              <a:rPr lang="en-US" dirty="0" err="1" smtClean="0"/>
              <a:t>NumPy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ML models		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Forecasting		Prophet</a:t>
            </a:r>
            <a:r>
              <a:rPr lang="en-US" dirty="0" smtClean="0"/>
              <a:t>, </a:t>
            </a:r>
            <a:r>
              <a:rPr lang="en-US" dirty="0" smtClean="0"/>
              <a:t>LSTM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Visualization		</a:t>
            </a:r>
            <a:r>
              <a:rPr lang="en-US" dirty="0" err="1" smtClean="0"/>
              <a:t>Plotly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Backend			</a:t>
            </a:r>
            <a:r>
              <a:rPr lang="en-US" dirty="0" err="1" smtClean="0"/>
              <a:t>FastAPI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Auth			JWT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b="1" dirty="0" smtClean="0"/>
              <a:t>RECOMMENDED COMBINATION (BEST PRACTICE)</a:t>
            </a:r>
          </a:p>
          <a:p>
            <a:pPr>
              <a:buNone/>
            </a:pPr>
            <a:r>
              <a:rPr lang="en-US" b="1" dirty="0" smtClean="0"/>
              <a:t>Academic </a:t>
            </a:r>
            <a:r>
              <a:rPr lang="en-US" b="1" dirty="0" smtClean="0"/>
              <a:t>/ Mini Project</a:t>
            </a:r>
          </a:p>
          <a:p>
            <a:r>
              <a:rPr lang="en-US" dirty="0" err="1" smtClean="0"/>
              <a:t>Streamlit</a:t>
            </a:r>
            <a:r>
              <a:rPr lang="en-US" dirty="0" smtClean="0"/>
              <a:t> + Pandas + </a:t>
            </a:r>
            <a:r>
              <a:rPr lang="en-US" dirty="0" err="1" smtClean="0"/>
              <a:t>Scikit</a:t>
            </a:r>
            <a:r>
              <a:rPr lang="en-US" dirty="0" smtClean="0"/>
              <a:t>-learn </a:t>
            </a:r>
          </a:p>
          <a:p>
            <a:pPr>
              <a:buNone/>
            </a:pPr>
            <a:r>
              <a:rPr lang="en-US" b="1" dirty="0" smtClean="0"/>
              <a:t>Small </a:t>
            </a:r>
            <a:r>
              <a:rPr lang="en-US" b="1" dirty="0" smtClean="0"/>
              <a:t>Business (Real Use)</a:t>
            </a:r>
          </a:p>
          <a:p>
            <a:r>
              <a:rPr lang="en-US" dirty="0" err="1" smtClean="0"/>
              <a:t>ERPNext</a:t>
            </a:r>
            <a:r>
              <a:rPr lang="en-US" dirty="0" smtClean="0"/>
              <a:t> + </a:t>
            </a:r>
            <a:r>
              <a:rPr lang="en-US" dirty="0" err="1" smtClean="0"/>
              <a:t>Metabase</a:t>
            </a:r>
            <a:r>
              <a:rPr lang="en-US" dirty="0" smtClean="0"/>
              <a:t> + AI API </a:t>
            </a:r>
          </a:p>
          <a:p>
            <a:pPr>
              <a:buNone/>
            </a:pPr>
            <a:r>
              <a:rPr lang="en-US" b="1" dirty="0" smtClean="0"/>
              <a:t>Advanced </a:t>
            </a:r>
            <a:r>
              <a:rPr lang="en-US" b="1" dirty="0" smtClean="0"/>
              <a:t>AI System</a:t>
            </a:r>
          </a:p>
          <a:p>
            <a:r>
              <a:rPr lang="en-US" dirty="0" err="1" smtClean="0"/>
              <a:t>FastAPI</a:t>
            </a:r>
            <a:r>
              <a:rPr lang="en-US" dirty="0" smtClean="0"/>
              <a:t> + Superset + ML Models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How to create </a:t>
            </a:r>
            <a:r>
              <a:rPr lang="en-US" dirty="0" err="1" smtClean="0"/>
              <a:t>csv</a:t>
            </a:r>
            <a:r>
              <a:rPr lang="en-US" dirty="0" smtClean="0"/>
              <a:t> file</a:t>
            </a:r>
          </a:p>
          <a:p>
            <a:pPr algn="just"/>
            <a:r>
              <a:rPr lang="en-US" dirty="0" smtClean="0"/>
              <a:t>Creating a </a:t>
            </a:r>
            <a:r>
              <a:rPr lang="en-US" b="1" dirty="0" smtClean="0"/>
              <a:t>CSV (Comma-Separated Values) file</a:t>
            </a:r>
            <a:r>
              <a:rPr lang="en-US" dirty="0" smtClean="0"/>
              <a:t> is simple. Here are the </a:t>
            </a:r>
            <a:r>
              <a:rPr lang="en-US" b="1" dirty="0" smtClean="0"/>
              <a:t>most common and practical ways</a:t>
            </a:r>
            <a:r>
              <a:rPr lang="en-US" dirty="0" smtClean="0"/>
              <a:t>, from beginner-friendly to programmatic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METHOD 1: Using Microsoft Excel (Easiest)</a:t>
            </a:r>
          </a:p>
          <a:p>
            <a:r>
              <a:rPr lang="en-US" dirty="0" smtClean="0"/>
              <a:t>Open </a:t>
            </a:r>
            <a:r>
              <a:rPr lang="en-US" b="1" dirty="0" smtClean="0"/>
              <a:t>Microsoft Excel</a:t>
            </a:r>
            <a:endParaRPr lang="en-US" dirty="0" smtClean="0"/>
          </a:p>
          <a:p>
            <a:r>
              <a:rPr lang="en-US" dirty="0" smtClean="0"/>
              <a:t>Enter data in rows and columns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Date		Product	Sales		Cost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2024-01-01	Soap		5000		3200</a:t>
            </a:r>
          </a:p>
          <a:p>
            <a:pPr>
              <a:buNone/>
            </a:pPr>
            <a:r>
              <a:rPr lang="en-US" dirty="0" smtClean="0"/>
              <a:t>	2024-01-02	Shampoo	7000		4500</a:t>
            </a:r>
          </a:p>
          <a:p>
            <a:r>
              <a:rPr lang="en-US" dirty="0" smtClean="0"/>
              <a:t>Click </a:t>
            </a:r>
            <a:r>
              <a:rPr lang="en-US" b="1" dirty="0" smtClean="0"/>
              <a:t>File → Save As</a:t>
            </a:r>
            <a:endParaRPr lang="en-US" dirty="0" smtClean="0"/>
          </a:p>
          <a:p>
            <a:r>
              <a:rPr lang="en-US" dirty="0" smtClean="0"/>
              <a:t>Choose location</a:t>
            </a:r>
          </a:p>
          <a:p>
            <a:r>
              <a:rPr lang="en-US" dirty="0" smtClean="0"/>
              <a:t>Select </a:t>
            </a:r>
            <a:r>
              <a:rPr lang="en-US" b="1" dirty="0" smtClean="0"/>
              <a:t>Save as type:</a:t>
            </a:r>
            <a:r>
              <a:rPr lang="en-US" dirty="0" smtClean="0"/>
              <a:t> CSV (Comma delimited) (*.csv)</a:t>
            </a:r>
          </a:p>
          <a:p>
            <a:r>
              <a:rPr lang="en-US" dirty="0" smtClean="0"/>
              <a:t>Click </a:t>
            </a:r>
            <a:r>
              <a:rPr lang="en-US" b="1" dirty="0" smtClean="0"/>
              <a:t>Save</a:t>
            </a:r>
            <a:endParaRPr lang="en-US" dirty="0" smtClean="0"/>
          </a:p>
          <a:p>
            <a:r>
              <a:rPr lang="en-US" dirty="0" smtClean="0"/>
              <a:t>Click </a:t>
            </a:r>
            <a:r>
              <a:rPr lang="en-US" b="1" dirty="0" smtClean="0"/>
              <a:t>Yes</a:t>
            </a:r>
            <a:r>
              <a:rPr lang="en-US" dirty="0" smtClean="0"/>
              <a:t> if Excel shows a </a:t>
            </a:r>
            <a:r>
              <a:rPr lang="en-US" dirty="0" smtClean="0"/>
              <a:t>warning</a:t>
            </a:r>
          </a:p>
          <a:p>
            <a:r>
              <a:rPr lang="en-US" dirty="0" smtClean="0"/>
              <a:t>File saved as: sales.csv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b="1" dirty="0" smtClean="0"/>
              <a:t>METHOD 2: Using Google Sheets (Online &amp; Free)</a:t>
            </a:r>
          </a:p>
          <a:p>
            <a:r>
              <a:rPr lang="en-US" dirty="0" smtClean="0"/>
              <a:t>Open </a:t>
            </a:r>
            <a:r>
              <a:rPr lang="en-US" b="1" dirty="0" smtClean="0"/>
              <a:t>Google Sheets</a:t>
            </a:r>
            <a:endParaRPr lang="en-US" dirty="0" smtClean="0"/>
          </a:p>
          <a:p>
            <a:r>
              <a:rPr lang="en-US" dirty="0" smtClean="0"/>
              <a:t>Enter your data</a:t>
            </a:r>
          </a:p>
          <a:p>
            <a:r>
              <a:rPr lang="en-US" dirty="0" smtClean="0"/>
              <a:t>Click </a:t>
            </a:r>
            <a:r>
              <a:rPr lang="en-US" b="1" dirty="0" smtClean="0"/>
              <a:t>File → Download</a:t>
            </a:r>
            <a:endParaRPr lang="en-US" dirty="0" smtClean="0"/>
          </a:p>
          <a:p>
            <a:r>
              <a:rPr lang="en-US" dirty="0" smtClean="0"/>
              <a:t>Select </a:t>
            </a:r>
            <a:r>
              <a:rPr lang="en-US" b="1" dirty="0" smtClean="0"/>
              <a:t>Comma Separated Values (.</a:t>
            </a:r>
            <a:r>
              <a:rPr lang="en-US" b="1" dirty="0" err="1" smtClean="0"/>
              <a:t>csv</a:t>
            </a:r>
            <a:r>
              <a:rPr lang="en-US" b="1" dirty="0" smtClean="0"/>
              <a:t>)</a:t>
            </a:r>
            <a:endParaRPr lang="en-US" dirty="0" smtClean="0"/>
          </a:p>
          <a:p>
            <a:r>
              <a:rPr lang="en-US" dirty="0" smtClean="0"/>
              <a:t>✔ Works fully online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METHOD 3: Using Notepad (Manual)</a:t>
            </a:r>
          </a:p>
          <a:p>
            <a:r>
              <a:rPr lang="en-US" dirty="0" smtClean="0"/>
              <a:t>Open </a:t>
            </a:r>
            <a:r>
              <a:rPr lang="en-US" b="1" dirty="0" smtClean="0"/>
              <a:t>Notepad</a:t>
            </a:r>
            <a:endParaRPr lang="en-US" dirty="0" smtClean="0"/>
          </a:p>
          <a:p>
            <a:r>
              <a:rPr lang="en-US" dirty="0" smtClean="0"/>
              <a:t>Type data with commas: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Date,Product,Sales,Cost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2024-01-01,Soap,5000,3200 </a:t>
            </a:r>
          </a:p>
          <a:p>
            <a:pPr>
              <a:buNone/>
            </a:pPr>
            <a:r>
              <a:rPr lang="en-US" dirty="0" smtClean="0"/>
              <a:t>	2024-01-02,Shampoo,7000,4500 </a:t>
            </a:r>
          </a:p>
          <a:p>
            <a:pPr>
              <a:buNone/>
            </a:pPr>
            <a:r>
              <a:rPr lang="en-US" dirty="0" smtClean="0"/>
              <a:t>	2024-01-03,Soap,6200,3500</a:t>
            </a:r>
          </a:p>
          <a:p>
            <a:r>
              <a:rPr lang="en-US" dirty="0" smtClean="0"/>
              <a:t>Click </a:t>
            </a:r>
            <a:r>
              <a:rPr lang="en-US" b="1" dirty="0" smtClean="0"/>
              <a:t>File → Save As</a:t>
            </a:r>
            <a:endParaRPr lang="en-US" dirty="0" smtClean="0"/>
          </a:p>
          <a:p>
            <a:r>
              <a:rPr lang="en-US" dirty="0" smtClean="0"/>
              <a:t>File name: sales.csv</a:t>
            </a:r>
          </a:p>
          <a:p>
            <a:r>
              <a:rPr lang="en-US" dirty="0" smtClean="0"/>
              <a:t>Save as type: </a:t>
            </a:r>
            <a:r>
              <a:rPr lang="en-US" b="1" dirty="0" smtClean="0"/>
              <a:t>All Files</a:t>
            </a:r>
            <a:endParaRPr lang="en-US" dirty="0" smtClean="0"/>
          </a:p>
          <a:p>
            <a:r>
              <a:rPr lang="en-US" dirty="0" smtClean="0"/>
              <a:t>Encoding: </a:t>
            </a:r>
            <a:r>
              <a:rPr lang="en-US" b="1" dirty="0" smtClean="0"/>
              <a:t>UTF-8</a:t>
            </a:r>
            <a:endParaRPr lang="en-US" dirty="0" smtClean="0"/>
          </a:p>
          <a:p>
            <a:r>
              <a:rPr lang="en-US" dirty="0" smtClean="0"/>
              <a:t>Click </a:t>
            </a:r>
            <a:r>
              <a:rPr lang="en-US" b="1" dirty="0" smtClean="0"/>
              <a:t>Save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43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METHOD 4: Using Python (Recommended for AI Projects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dirty="0" smtClean="0"/>
              <a:t>import pandas as pd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data = {</a:t>
            </a:r>
          </a:p>
          <a:p>
            <a:pPr>
              <a:buNone/>
            </a:pPr>
            <a:r>
              <a:rPr lang="en-US" dirty="0" smtClean="0"/>
              <a:t>    "date": ["2024-01-01", "2024-01-02", "2024-01-03"],</a:t>
            </a:r>
          </a:p>
          <a:p>
            <a:pPr>
              <a:buNone/>
            </a:pPr>
            <a:r>
              <a:rPr lang="en-US" dirty="0" smtClean="0"/>
              <a:t>    "product": ["Soap", "Shampoo", "Soap"],</a:t>
            </a:r>
          </a:p>
          <a:p>
            <a:pPr>
              <a:buNone/>
            </a:pPr>
            <a:r>
              <a:rPr lang="en-US" dirty="0" smtClean="0"/>
              <a:t>    "sales": [5000, 7000, 6200],</a:t>
            </a:r>
          </a:p>
          <a:p>
            <a:pPr>
              <a:buNone/>
            </a:pPr>
            <a:r>
              <a:rPr lang="en-US" dirty="0" smtClean="0"/>
              <a:t>    "cost": [3200, 4500, 3500]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pd.DataFrame</a:t>
            </a:r>
            <a:r>
              <a:rPr lang="en-US" dirty="0" smtClean="0"/>
              <a:t>(data)</a:t>
            </a:r>
          </a:p>
          <a:p>
            <a:pPr>
              <a:buNone/>
            </a:pPr>
            <a:r>
              <a:rPr lang="en-US" dirty="0" err="1" smtClean="0"/>
              <a:t>df.to_csv</a:t>
            </a:r>
            <a:r>
              <a:rPr lang="en-US" dirty="0" smtClean="0"/>
              <a:t>("sales.csv", index=False)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print("CSV file created successfully</a:t>
            </a:r>
            <a:r>
              <a:rPr lang="en-US" dirty="0" smtClean="0"/>
              <a:t>")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Output </a:t>
            </a:r>
            <a:r>
              <a:rPr lang="en-US" b="1" dirty="0" smtClean="0"/>
              <a:t>file: </a:t>
            </a:r>
            <a:r>
              <a:rPr lang="en-US" b="1" dirty="0" smtClean="0"/>
              <a:t>sales.csv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METHOD 5: Using Online CSV Generator Tools</a:t>
            </a:r>
          </a:p>
          <a:p>
            <a:r>
              <a:rPr lang="en-US" dirty="0" smtClean="0"/>
              <a:t>Free tools:</a:t>
            </a:r>
          </a:p>
          <a:p>
            <a:r>
              <a:rPr lang="en-US" dirty="0" err="1" smtClean="0"/>
              <a:t>TableConvert</a:t>
            </a:r>
            <a:endParaRPr lang="en-US" dirty="0" smtClean="0"/>
          </a:p>
          <a:p>
            <a:r>
              <a:rPr lang="en-US" dirty="0" smtClean="0"/>
              <a:t>CSVJSON</a:t>
            </a:r>
          </a:p>
          <a:p>
            <a:r>
              <a:rPr lang="en-US" dirty="0" err="1" smtClean="0"/>
              <a:t>ConvertCSV</a:t>
            </a:r>
            <a:endParaRPr lang="en-US" dirty="0" smtClean="0"/>
          </a:p>
          <a:p>
            <a:r>
              <a:rPr lang="en-US" dirty="0" smtClean="0"/>
              <a:t>✔ No installation needed</a:t>
            </a:r>
            <a:br>
              <a:rPr lang="en-US" dirty="0" smtClean="0"/>
            </a:br>
            <a:r>
              <a:rPr lang="en-US" dirty="0" smtClean="0"/>
              <a:t>✔ Good for quick datasets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330</Words>
  <Application>Microsoft Office PowerPoint</Application>
  <PresentationFormat>On-screen Show (4:3)</PresentationFormat>
  <Paragraphs>121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OPEN-SOURCE ONLINE TOOLS (READY TO USE)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OPEN-SOURCE ONLINE TOOLS (READY TO USE)</dc:title>
  <dc:creator>kanakaraj</dc:creator>
  <cp:lastModifiedBy>kanakaraj</cp:lastModifiedBy>
  <cp:revision>22</cp:revision>
  <dcterms:created xsi:type="dcterms:W3CDTF">2006-08-16T00:00:00Z</dcterms:created>
  <dcterms:modified xsi:type="dcterms:W3CDTF">2025-12-31T14:04:34Z</dcterms:modified>
</cp:coreProperties>
</file>