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1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hello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Spring Boot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b="1" dirty="0" smtClean="0"/>
              <a:t>What is Spring Boot?</a:t>
            </a:r>
          </a:p>
          <a:p>
            <a:pPr algn="just"/>
            <a:r>
              <a:rPr lang="en-US" b="1" dirty="0" smtClean="0"/>
              <a:t>Spring Boot</a:t>
            </a:r>
            <a:r>
              <a:rPr lang="en-US" dirty="0" smtClean="0"/>
              <a:t> is a framework built on top of the </a:t>
            </a:r>
            <a:r>
              <a:rPr lang="en-US" b="1" dirty="0" smtClean="0"/>
              <a:t>Spring Framework</a:t>
            </a:r>
            <a:r>
              <a:rPr lang="en-US" dirty="0" smtClean="0"/>
              <a:t> that simplifies the development of </a:t>
            </a:r>
            <a:r>
              <a:rPr lang="en-US" b="1" dirty="0" smtClean="0"/>
              <a:t>Java-based web applications and </a:t>
            </a:r>
            <a:r>
              <a:rPr lang="en-US" b="1" dirty="0" err="1" smtClean="0"/>
              <a:t>microservices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eliminates most of the boilerplate configuration needed for traditional Spring applications.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Why Use Spring Boot?</a:t>
            </a:r>
          </a:p>
          <a:p>
            <a:r>
              <a:rPr lang="en-US" b="1" dirty="0" smtClean="0"/>
              <a:t>Fast setup:</a:t>
            </a:r>
            <a:r>
              <a:rPr lang="en-US" dirty="0" smtClean="0"/>
              <a:t> Create production-ready apps quickly with minimal configuration.</a:t>
            </a:r>
          </a:p>
          <a:p>
            <a:r>
              <a:rPr lang="en-US" b="1" dirty="0" smtClean="0"/>
              <a:t>Embedded servers:</a:t>
            </a:r>
            <a:r>
              <a:rPr lang="en-US" dirty="0" smtClean="0"/>
              <a:t> Comes with </a:t>
            </a:r>
            <a:r>
              <a:rPr lang="en-US" b="1" dirty="0" smtClean="0"/>
              <a:t>Tomcat</a:t>
            </a:r>
            <a:r>
              <a:rPr lang="en-US" dirty="0" smtClean="0"/>
              <a:t>, </a:t>
            </a:r>
            <a:r>
              <a:rPr lang="en-US" b="1" dirty="0" smtClean="0"/>
              <a:t>Jetty</a:t>
            </a:r>
            <a:r>
              <a:rPr lang="en-US" dirty="0" smtClean="0"/>
              <a:t>, or </a:t>
            </a:r>
            <a:r>
              <a:rPr lang="en-US" b="1" dirty="0" smtClean="0"/>
              <a:t>Undertow</a:t>
            </a:r>
            <a:r>
              <a:rPr lang="en-US" dirty="0" smtClean="0"/>
              <a:t> — no need to deploy WAR files manually.</a:t>
            </a:r>
          </a:p>
          <a:p>
            <a:r>
              <a:rPr lang="en-US" b="1" dirty="0" err="1" smtClean="0"/>
              <a:t>Microservices</a:t>
            </a:r>
            <a:r>
              <a:rPr lang="en-US" b="1" dirty="0" smtClean="0"/>
              <a:t> ready:</a:t>
            </a:r>
            <a:r>
              <a:rPr lang="en-US" dirty="0" smtClean="0"/>
              <a:t> Ideal for building distributed systems.</a:t>
            </a:r>
          </a:p>
          <a:p>
            <a:r>
              <a:rPr lang="en-US" b="1" dirty="0" smtClean="0"/>
              <a:t>Auto-configuration:</a:t>
            </a:r>
            <a:r>
              <a:rPr lang="en-US" dirty="0" smtClean="0"/>
              <a:t> Spring Boot automatically configures beans based on </a:t>
            </a:r>
            <a:r>
              <a:rPr lang="en-US" dirty="0" err="1" smtClean="0"/>
              <a:t>classpath</a:t>
            </a:r>
            <a:r>
              <a:rPr lang="en-US" dirty="0" smtClean="0"/>
              <a:t> and properties.</a:t>
            </a:r>
          </a:p>
          <a:p>
            <a:r>
              <a:rPr lang="en-US" b="1" dirty="0" smtClean="0"/>
              <a:t>Actuator:</a:t>
            </a:r>
            <a:r>
              <a:rPr lang="en-US" dirty="0" smtClean="0"/>
              <a:t> Built-in endpoints to monitor and manage apps (health, metrics, etc.).</a:t>
            </a:r>
          </a:p>
          <a:p>
            <a:r>
              <a:rPr lang="en-US" b="1" dirty="0" smtClean="0"/>
              <a:t>Integration:</a:t>
            </a:r>
            <a:r>
              <a:rPr lang="en-US" dirty="0" smtClean="0"/>
              <a:t> Works seamlessly with Spring Data, Security, Cloud,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2490" t="20203" r="12287" b="37706"/>
          <a:stretch>
            <a:fillRect/>
          </a:stretch>
        </p:blipFill>
        <p:spPr bwMode="auto">
          <a:xfrm>
            <a:off x="1066800" y="685801"/>
            <a:ext cx="7467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2490" t="37040" r="20368" b="32655"/>
          <a:stretch>
            <a:fillRect/>
          </a:stretch>
        </p:blipFill>
        <p:spPr bwMode="auto">
          <a:xfrm>
            <a:off x="990600" y="609600"/>
            <a:ext cx="7162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Example: Hello World REST API</a:t>
            </a:r>
          </a:p>
          <a:p>
            <a:pPr>
              <a:buNone/>
            </a:pPr>
            <a:r>
              <a:rPr lang="en-US" b="1" dirty="0" smtClean="0"/>
              <a:t>1. pom.xml dependencies (Maven)</a:t>
            </a:r>
          </a:p>
          <a:p>
            <a:pPr>
              <a:buNone/>
            </a:pPr>
            <a:r>
              <a:rPr lang="en-US" dirty="0" smtClean="0"/>
              <a:t>&lt;dependencies&gt;</a:t>
            </a:r>
          </a:p>
          <a:p>
            <a:pPr>
              <a:buNone/>
            </a:pPr>
            <a:r>
              <a:rPr lang="en-US" dirty="0" smtClean="0"/>
              <a:t>    &lt;dependency&gt;</a:t>
            </a:r>
          </a:p>
          <a:p>
            <a:pPr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  <a:r>
              <a:rPr lang="en-US" dirty="0" err="1" smtClean="0"/>
              <a:t>org.springframework.boot</a:t>
            </a:r>
            <a:r>
              <a:rPr lang="en-US" dirty="0" smtClean="0"/>
              <a:t>&lt;/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        &lt;</a:t>
            </a:r>
            <a:r>
              <a:rPr lang="en-US" dirty="0" err="1" smtClean="0"/>
              <a:t>artifactId</a:t>
            </a:r>
            <a:r>
              <a:rPr lang="en-US" dirty="0" smtClean="0"/>
              <a:t>&gt;spring-boot-starter-web&lt;/</a:t>
            </a:r>
            <a:r>
              <a:rPr lang="en-US" dirty="0" err="1" smtClean="0"/>
              <a:t>artifactId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    &lt;/dependency&gt;</a:t>
            </a:r>
          </a:p>
          <a:p>
            <a:pPr>
              <a:buNone/>
            </a:pPr>
            <a:r>
              <a:rPr lang="en-US" dirty="0" smtClean="0"/>
              <a:t>&lt;/dependencies&gt;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2. Main </a:t>
            </a:r>
            <a:r>
              <a:rPr lang="en-US" b="1" dirty="0" smtClean="0"/>
              <a:t>class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org.springframework.boot.SpringApplication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org.springframework.boot.autoconfigure.SpringBootApplication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SpringBootApplication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DemoApplication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    public static void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SpringApplication.run</a:t>
            </a:r>
            <a:r>
              <a:rPr lang="en-US" dirty="0" smtClean="0"/>
              <a:t>(</a:t>
            </a:r>
            <a:r>
              <a:rPr lang="en-US" dirty="0" err="1" smtClean="0"/>
              <a:t>DemoApplication.class</a:t>
            </a:r>
            <a:r>
              <a:rPr lang="en-US" dirty="0" smtClean="0"/>
              <a:t>, </a:t>
            </a:r>
            <a:r>
              <a:rPr lang="en-US" dirty="0" err="1" smtClean="0"/>
              <a:t>args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3. Controller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org.springframework.web.bind.annotation.GetMapping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org.springframework.web.bind.annotation.RestController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RestController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HelloController</a:t>
            </a:r>
            <a:r>
              <a:rPr lang="en-US" dirty="0" smtClean="0"/>
              <a:t> {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@</a:t>
            </a:r>
            <a:r>
              <a:rPr lang="en-US" dirty="0" err="1" smtClean="0"/>
              <a:t>GetMapping</a:t>
            </a:r>
            <a:r>
              <a:rPr lang="en-US" dirty="0" smtClean="0"/>
              <a:t>("/hello")</a:t>
            </a:r>
          </a:p>
          <a:p>
            <a:pPr>
              <a:buNone/>
            </a:pPr>
            <a:r>
              <a:rPr lang="en-US" dirty="0" smtClean="0"/>
              <a:t>    public String </a:t>
            </a:r>
            <a:r>
              <a:rPr lang="en-US" dirty="0" err="1" smtClean="0"/>
              <a:t>sayHello</a:t>
            </a:r>
            <a:r>
              <a:rPr lang="en-US" dirty="0" smtClean="0"/>
              <a:t>() {</a:t>
            </a:r>
          </a:p>
          <a:p>
            <a:pPr>
              <a:buNone/>
            </a:pPr>
            <a:r>
              <a:rPr lang="en-US" dirty="0" smtClean="0"/>
              <a:t>        return "Hello, Spring Boot!";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Run this </a:t>
            </a:r>
            <a:r>
              <a:rPr lang="en-US" dirty="0" smtClean="0"/>
              <a:t>app </a:t>
            </a:r>
            <a:r>
              <a:rPr lang="en-US" dirty="0" smtClean="0"/>
              <a:t>→ visit </a:t>
            </a:r>
            <a:r>
              <a:rPr lang="en-US" dirty="0" smtClean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localhost:8080/hello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you’ll see:</a:t>
            </a:r>
            <a:br>
              <a:rPr lang="en-US" dirty="0" smtClean="0"/>
            </a:br>
            <a:r>
              <a:rPr lang="en-US" dirty="0" smtClean="0"/>
              <a:t>Hello, Spring Boot!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1143" t="30305" r="16328" b="34339"/>
          <a:stretch>
            <a:fillRect/>
          </a:stretch>
        </p:blipFill>
        <p:spPr bwMode="auto">
          <a:xfrm>
            <a:off x="609600" y="457200"/>
            <a:ext cx="7391399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Next Steps</a:t>
            </a:r>
          </a:p>
          <a:p>
            <a:r>
              <a:rPr lang="en-US" dirty="0" smtClean="0"/>
              <a:t>Learn about </a:t>
            </a:r>
            <a:r>
              <a:rPr lang="en-US" b="1" dirty="0" smtClean="0"/>
              <a:t>Dependency Injection (DI)</a:t>
            </a:r>
            <a:r>
              <a:rPr lang="en-US" dirty="0" smtClean="0"/>
              <a:t> and </a:t>
            </a:r>
            <a:r>
              <a:rPr lang="en-US" b="1" dirty="0" smtClean="0"/>
              <a:t>Inversion of Control (</a:t>
            </a:r>
            <a:r>
              <a:rPr lang="en-US" b="1" dirty="0" err="1" smtClean="0"/>
              <a:t>IoC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Integrate </a:t>
            </a:r>
            <a:r>
              <a:rPr lang="en-US" b="1" dirty="0" smtClean="0"/>
              <a:t>Spring Data JPA</a:t>
            </a:r>
            <a:r>
              <a:rPr lang="en-US" dirty="0" smtClean="0"/>
              <a:t> for databases.</a:t>
            </a:r>
          </a:p>
          <a:p>
            <a:r>
              <a:rPr lang="en-US" dirty="0" smtClean="0"/>
              <a:t>Add </a:t>
            </a:r>
            <a:r>
              <a:rPr lang="en-US" b="1" dirty="0" smtClean="0"/>
              <a:t>Spring Security</a:t>
            </a:r>
            <a:r>
              <a:rPr lang="en-US" dirty="0" smtClean="0"/>
              <a:t> for authentication.</a:t>
            </a:r>
          </a:p>
          <a:p>
            <a:r>
              <a:rPr lang="en-US" dirty="0" smtClean="0"/>
              <a:t>Build </a:t>
            </a:r>
            <a:r>
              <a:rPr lang="en-US" b="1" dirty="0" err="1" smtClean="0"/>
              <a:t>microservices</a:t>
            </a:r>
            <a:r>
              <a:rPr lang="en-US" dirty="0" smtClean="0"/>
              <a:t> with </a:t>
            </a:r>
            <a:r>
              <a:rPr lang="en-US" b="1" dirty="0" smtClean="0"/>
              <a:t>Spring Cloud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b="1" dirty="0" smtClean="0"/>
              <a:t>What is Flask?</a:t>
            </a:r>
          </a:p>
          <a:p>
            <a:r>
              <a:rPr lang="en-US" b="1" dirty="0" smtClean="0"/>
              <a:t>Flask</a:t>
            </a:r>
            <a:r>
              <a:rPr lang="en-US" dirty="0" smtClean="0"/>
              <a:t> is a </a:t>
            </a:r>
            <a:r>
              <a:rPr lang="en-US" b="1" dirty="0" smtClean="0"/>
              <a:t>lightweight and flexible web framework</a:t>
            </a:r>
            <a:r>
              <a:rPr lang="en-US" dirty="0" smtClean="0"/>
              <a:t> for </a:t>
            </a:r>
            <a:r>
              <a:rPr lang="en-US" b="1" dirty="0" smtClean="0"/>
              <a:t>Python</a:t>
            </a:r>
            <a:r>
              <a:rPr lang="en-US" dirty="0" smtClean="0"/>
              <a:t>, designed to make it easy to build </a:t>
            </a:r>
            <a:r>
              <a:rPr lang="en-US" b="1" dirty="0" smtClean="0"/>
              <a:t>web applications, REST APIs, and backend services</a:t>
            </a:r>
            <a:r>
              <a:rPr lang="en-US" dirty="0" smtClean="0"/>
              <a:t> quickly.</a:t>
            </a:r>
          </a:p>
          <a:p>
            <a:r>
              <a:rPr lang="en-US" dirty="0" smtClean="0"/>
              <a:t>It’s often called a </a:t>
            </a:r>
            <a:r>
              <a:rPr lang="en-US" b="1" dirty="0" smtClean="0"/>
              <a:t>“micro-framework”</a:t>
            </a:r>
            <a:r>
              <a:rPr lang="en-US" dirty="0" smtClean="0"/>
              <a:t> because it doesn’t force you to use specific tools or libraries — you can pick what you need.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Why Use Flask?</a:t>
            </a:r>
          </a:p>
          <a:p>
            <a:r>
              <a:rPr lang="en-US" b="1" dirty="0" smtClean="0"/>
              <a:t>Lightweight:</a:t>
            </a:r>
            <a:r>
              <a:rPr lang="en-US" dirty="0" smtClean="0"/>
              <a:t> Minimal setup and no unnecessary overhead.</a:t>
            </a:r>
          </a:p>
          <a:p>
            <a:r>
              <a:rPr lang="en-US" b="1" dirty="0" smtClean="0"/>
              <a:t>Flexible:</a:t>
            </a:r>
            <a:r>
              <a:rPr lang="en-US" dirty="0" smtClean="0"/>
              <a:t> You can structure your app the way you want.</a:t>
            </a:r>
          </a:p>
          <a:p>
            <a:r>
              <a:rPr lang="en-US" b="1" dirty="0" smtClean="0"/>
              <a:t>Built-in development server:</a:t>
            </a:r>
            <a:r>
              <a:rPr lang="en-US" dirty="0" smtClean="0"/>
              <a:t> Easy to test locally.</a:t>
            </a:r>
          </a:p>
          <a:p>
            <a:r>
              <a:rPr lang="en-US" b="1" dirty="0" smtClean="0"/>
              <a:t>Jinja2 templates:</a:t>
            </a:r>
            <a:r>
              <a:rPr lang="en-US" dirty="0" smtClean="0"/>
              <a:t> For dynamic HTML rendering.</a:t>
            </a:r>
          </a:p>
          <a:p>
            <a:r>
              <a:rPr lang="en-US" b="1" dirty="0" smtClean="0"/>
              <a:t>REST API friendly:</a:t>
            </a:r>
            <a:r>
              <a:rPr lang="en-US" dirty="0" smtClean="0"/>
              <a:t> Perfect for building backend APIs.</a:t>
            </a:r>
          </a:p>
          <a:p>
            <a:r>
              <a:rPr lang="en-US" b="1" dirty="0" smtClean="0"/>
              <a:t>Extensible:</a:t>
            </a:r>
            <a:r>
              <a:rPr lang="en-US" dirty="0" smtClean="0"/>
              <a:t> Add ORM (like </a:t>
            </a:r>
            <a:r>
              <a:rPr lang="en-US" dirty="0" err="1" smtClean="0"/>
              <a:t>SQLAlchemy</a:t>
            </a:r>
            <a:r>
              <a:rPr lang="en-US" dirty="0" smtClean="0"/>
              <a:t>), authentication, etc., as needed.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7103" t="28622" r="6899" b="36022"/>
          <a:stretch>
            <a:fillRect/>
          </a:stretch>
        </p:blipFill>
        <p:spPr bwMode="auto">
          <a:xfrm>
            <a:off x="838200" y="381000"/>
            <a:ext cx="7315200" cy="579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8450" t="30305" r="31143" b="41073"/>
          <a:stretch>
            <a:fillRect/>
          </a:stretch>
        </p:blipFill>
        <p:spPr bwMode="auto">
          <a:xfrm>
            <a:off x="685800" y="533400"/>
            <a:ext cx="6934200" cy="522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Example 1: Simple “Hello World” </a:t>
            </a:r>
            <a:r>
              <a:rPr lang="en-US" dirty="0" smtClean="0"/>
              <a:t>App</a:t>
            </a:r>
          </a:p>
          <a:p>
            <a:pPr>
              <a:buNone/>
            </a:pPr>
            <a:r>
              <a:rPr lang="en-US" dirty="0" smtClean="0"/>
              <a:t>from flask import Flask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app = Flask(__name__)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('/')</a:t>
            </a:r>
          </a:p>
          <a:p>
            <a:pPr>
              <a:buNone/>
            </a:pPr>
            <a:r>
              <a:rPr lang="en-US" dirty="0" smtClean="0"/>
              <a:t>def hello():</a:t>
            </a:r>
          </a:p>
          <a:p>
            <a:pPr>
              <a:buNone/>
            </a:pPr>
            <a:r>
              <a:rPr lang="en-US" dirty="0" smtClean="0"/>
              <a:t>    return "Hello, Flask!"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if __name__ == '__main__':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app.run</a:t>
            </a:r>
            <a:r>
              <a:rPr lang="en-US" dirty="0" smtClean="0"/>
              <a:t>(debug=True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b="1" dirty="0" smtClean="0"/>
              <a:t>Run it</a:t>
            </a:r>
            <a:r>
              <a:rPr lang="en-US" b="1" dirty="0" smtClean="0"/>
              <a:t>:</a:t>
            </a:r>
          </a:p>
          <a:p>
            <a:pPr>
              <a:buNone/>
            </a:pPr>
            <a:r>
              <a:rPr lang="en-US" dirty="0" smtClean="0"/>
              <a:t>python </a:t>
            </a:r>
            <a:r>
              <a:rPr lang="en-US" dirty="0" smtClean="0"/>
              <a:t>app.py</a:t>
            </a:r>
          </a:p>
          <a:p>
            <a:pPr>
              <a:buNone/>
            </a:pPr>
            <a:r>
              <a:rPr lang="en-US" dirty="0" smtClean="0"/>
              <a:t>Then visit http://127.0.0.1:5000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Example 2: REST API (JSON Response</a:t>
            </a:r>
            <a:r>
              <a:rPr lang="en-US" b="1" dirty="0" smtClean="0"/>
              <a:t>)</a:t>
            </a:r>
          </a:p>
          <a:p>
            <a:pPr>
              <a:buNone/>
            </a:pPr>
            <a:r>
              <a:rPr lang="en-US" dirty="0" smtClean="0"/>
              <a:t>from flask import Flask, </a:t>
            </a:r>
            <a:r>
              <a:rPr lang="en-US" dirty="0" err="1" smtClean="0"/>
              <a:t>jsonify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app = Flask(__name__)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</a:t>
            </a:r>
            <a:r>
              <a:rPr lang="en-US" dirty="0" err="1" smtClean="0"/>
              <a:t>api</a:t>
            </a:r>
            <a:r>
              <a:rPr lang="en-US" dirty="0" smtClean="0"/>
              <a:t>/user')</a:t>
            </a:r>
          </a:p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get_user</a:t>
            </a:r>
            <a:r>
              <a:rPr lang="en-US" dirty="0" smtClean="0"/>
              <a:t>():</a:t>
            </a:r>
          </a:p>
          <a:p>
            <a:pPr>
              <a:buNone/>
            </a:pPr>
            <a:r>
              <a:rPr lang="en-US" dirty="0" smtClean="0"/>
              <a:t>    user = {"name": "Alice", "age": 25}</a:t>
            </a:r>
          </a:p>
          <a:p>
            <a:pPr>
              <a:buNone/>
            </a:pPr>
            <a:r>
              <a:rPr lang="en-US" dirty="0" smtClean="0"/>
              <a:t>    return </a:t>
            </a:r>
            <a:r>
              <a:rPr lang="en-US" dirty="0" err="1" smtClean="0"/>
              <a:t>jsonify</a:t>
            </a:r>
            <a:r>
              <a:rPr lang="en-US" dirty="0" smtClean="0"/>
              <a:t>(user)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if __name__ == '__main__':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app.run</a:t>
            </a:r>
            <a:r>
              <a:rPr lang="en-US" dirty="0" smtClean="0"/>
              <a:t>(debug=True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b="1" dirty="0" smtClean="0"/>
              <a:t>Output</a:t>
            </a:r>
            <a:r>
              <a:rPr lang="en-US" b="1" dirty="0" smtClean="0"/>
              <a:t>:</a:t>
            </a:r>
          </a:p>
          <a:p>
            <a:pPr>
              <a:buNone/>
            </a:pPr>
            <a:r>
              <a:rPr lang="en-US" b="1" dirty="0" smtClean="0"/>
              <a:t>{"name": "Alice", "age": 25}</a:t>
            </a: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7103" t="13469" r="12287" b="49491"/>
          <a:stretch>
            <a:fillRect/>
          </a:stretch>
        </p:blipFill>
        <p:spPr bwMode="auto">
          <a:xfrm>
            <a:off x="685800" y="685801"/>
            <a:ext cx="7391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 smtClean="0"/>
              <a:t>Example 3: Flask + </a:t>
            </a:r>
            <a:r>
              <a:rPr lang="en-US" sz="8000" b="1" dirty="0" err="1" smtClean="0"/>
              <a:t>SQLite</a:t>
            </a:r>
            <a:r>
              <a:rPr lang="en-US" sz="8000" b="1" dirty="0" smtClean="0"/>
              <a:t> (Basic CRUD</a:t>
            </a:r>
            <a:r>
              <a:rPr lang="en-US" sz="8000" b="1" dirty="0" smtClean="0"/>
              <a:t>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4300" dirty="0" smtClean="0"/>
              <a:t>from flask import Flask, request, </a:t>
            </a:r>
            <a:r>
              <a:rPr lang="en-US" sz="4300" dirty="0" err="1" smtClean="0"/>
              <a:t>jsonify</a:t>
            </a: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from </a:t>
            </a:r>
            <a:r>
              <a:rPr lang="en-US" sz="4300" dirty="0" err="1" smtClean="0"/>
              <a:t>flask_sqlalchemy</a:t>
            </a:r>
            <a:r>
              <a:rPr lang="en-US" sz="4300" dirty="0" smtClean="0"/>
              <a:t> import </a:t>
            </a:r>
            <a:r>
              <a:rPr lang="en-US" sz="4300" dirty="0" err="1" smtClean="0"/>
              <a:t>SQLAlchemy</a:t>
            </a:r>
            <a:endParaRPr lang="en-US" sz="4300" dirty="0" smtClean="0"/>
          </a:p>
          <a:p>
            <a:pPr>
              <a:buNone/>
            </a:pP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app = Flask(__name__)</a:t>
            </a:r>
          </a:p>
          <a:p>
            <a:pPr>
              <a:buNone/>
            </a:pPr>
            <a:r>
              <a:rPr lang="en-US" sz="4300" dirty="0" err="1" smtClean="0"/>
              <a:t>app.config</a:t>
            </a:r>
            <a:r>
              <a:rPr lang="en-US" sz="4300" dirty="0" smtClean="0"/>
              <a:t>['SQLALCHEMY_DATABASE_URI'] = 'sqlite:///users.db'</a:t>
            </a:r>
          </a:p>
          <a:p>
            <a:pPr>
              <a:buNone/>
            </a:pPr>
            <a:r>
              <a:rPr lang="en-US" sz="4300" dirty="0" smtClean="0"/>
              <a:t>db = </a:t>
            </a:r>
            <a:r>
              <a:rPr lang="en-US" sz="4300" dirty="0" err="1" smtClean="0"/>
              <a:t>SQLAlchemy</a:t>
            </a:r>
            <a:r>
              <a:rPr lang="en-US" sz="4300" dirty="0" smtClean="0"/>
              <a:t>(app)</a:t>
            </a:r>
          </a:p>
          <a:p>
            <a:pPr>
              <a:buNone/>
            </a:pP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class User(</a:t>
            </a:r>
            <a:r>
              <a:rPr lang="en-US" sz="4300" dirty="0" err="1" smtClean="0"/>
              <a:t>db.Model</a:t>
            </a:r>
            <a:r>
              <a:rPr lang="en-US" sz="4300" dirty="0" smtClean="0"/>
              <a:t>):</a:t>
            </a:r>
          </a:p>
          <a:p>
            <a:pPr>
              <a:buNone/>
            </a:pPr>
            <a:r>
              <a:rPr lang="en-US" sz="4300" dirty="0" smtClean="0"/>
              <a:t>    id = </a:t>
            </a:r>
            <a:r>
              <a:rPr lang="en-US" sz="4300" dirty="0" err="1" smtClean="0"/>
              <a:t>db.Column</a:t>
            </a:r>
            <a:r>
              <a:rPr lang="en-US" sz="4300" dirty="0" smtClean="0"/>
              <a:t>(</a:t>
            </a:r>
            <a:r>
              <a:rPr lang="en-US" sz="4300" dirty="0" err="1" smtClean="0"/>
              <a:t>db.Integer</a:t>
            </a:r>
            <a:r>
              <a:rPr lang="en-US" sz="4300" dirty="0" smtClean="0"/>
              <a:t>, </a:t>
            </a:r>
            <a:r>
              <a:rPr lang="en-US" sz="4300" dirty="0" err="1" smtClean="0"/>
              <a:t>primary_key</a:t>
            </a:r>
            <a:r>
              <a:rPr lang="en-US" sz="4300" dirty="0" smtClean="0"/>
              <a:t>=True)</a:t>
            </a:r>
          </a:p>
          <a:p>
            <a:pPr>
              <a:buNone/>
            </a:pPr>
            <a:r>
              <a:rPr lang="en-US" sz="4300" dirty="0" smtClean="0"/>
              <a:t>    name = </a:t>
            </a:r>
            <a:r>
              <a:rPr lang="en-US" sz="4300" dirty="0" err="1" smtClean="0"/>
              <a:t>db.Column</a:t>
            </a:r>
            <a:r>
              <a:rPr lang="en-US" sz="4300" dirty="0" smtClean="0"/>
              <a:t>(</a:t>
            </a:r>
            <a:r>
              <a:rPr lang="en-US" sz="4300" dirty="0" err="1" smtClean="0"/>
              <a:t>db.String</a:t>
            </a:r>
            <a:r>
              <a:rPr lang="en-US" sz="4300" dirty="0" smtClean="0"/>
              <a:t>(80))</a:t>
            </a:r>
          </a:p>
          <a:p>
            <a:pPr>
              <a:buNone/>
            </a:pPr>
            <a:r>
              <a:rPr lang="en-US" sz="4300" dirty="0" smtClean="0"/>
              <a:t>    age = </a:t>
            </a:r>
            <a:r>
              <a:rPr lang="en-US" sz="4300" dirty="0" err="1" smtClean="0"/>
              <a:t>db.Column</a:t>
            </a:r>
            <a:r>
              <a:rPr lang="en-US" sz="4300" dirty="0" smtClean="0"/>
              <a:t>(</a:t>
            </a:r>
            <a:r>
              <a:rPr lang="en-US" sz="4300" dirty="0" err="1" smtClean="0"/>
              <a:t>db.Integer</a:t>
            </a:r>
            <a:r>
              <a:rPr lang="en-US" sz="4300" dirty="0" smtClean="0"/>
              <a:t>)</a:t>
            </a:r>
          </a:p>
          <a:p>
            <a:pPr>
              <a:buNone/>
            </a:pP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@</a:t>
            </a:r>
            <a:r>
              <a:rPr lang="en-US" sz="4300" dirty="0" err="1" smtClean="0"/>
              <a:t>app.route</a:t>
            </a:r>
            <a:r>
              <a:rPr lang="en-US" sz="4300" dirty="0" smtClean="0"/>
              <a:t>('/users', methods=['POST'])</a:t>
            </a:r>
          </a:p>
          <a:p>
            <a:pPr>
              <a:buNone/>
            </a:pPr>
            <a:r>
              <a:rPr lang="en-US" sz="4300" dirty="0" smtClean="0"/>
              <a:t>def </a:t>
            </a:r>
            <a:r>
              <a:rPr lang="en-US" sz="4300" dirty="0" err="1" smtClean="0"/>
              <a:t>add_user</a:t>
            </a:r>
            <a:r>
              <a:rPr lang="en-US" sz="4300" dirty="0" smtClean="0"/>
              <a:t>():</a:t>
            </a:r>
          </a:p>
          <a:p>
            <a:pPr>
              <a:buNone/>
            </a:pPr>
            <a:r>
              <a:rPr lang="en-US" sz="4300" dirty="0" smtClean="0"/>
              <a:t>    data = </a:t>
            </a:r>
            <a:r>
              <a:rPr lang="en-US" sz="4300" dirty="0" err="1" smtClean="0"/>
              <a:t>request.json</a:t>
            </a: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    </a:t>
            </a:r>
            <a:r>
              <a:rPr lang="en-US" sz="4300" dirty="0" err="1" smtClean="0"/>
              <a:t>new_user</a:t>
            </a:r>
            <a:r>
              <a:rPr lang="en-US" sz="4300" dirty="0" smtClean="0"/>
              <a:t> = User(name=data['name'], age=data['age'])</a:t>
            </a:r>
          </a:p>
          <a:p>
            <a:pPr>
              <a:buNone/>
            </a:pPr>
            <a:r>
              <a:rPr lang="en-US" sz="4300" dirty="0" smtClean="0"/>
              <a:t>    </a:t>
            </a:r>
            <a:r>
              <a:rPr lang="en-US" sz="4300" dirty="0" err="1" smtClean="0"/>
              <a:t>db.session.add</a:t>
            </a:r>
            <a:r>
              <a:rPr lang="en-US" sz="4300" dirty="0" smtClean="0"/>
              <a:t>(</a:t>
            </a:r>
            <a:r>
              <a:rPr lang="en-US" sz="4300" dirty="0" err="1" smtClean="0"/>
              <a:t>new_user</a:t>
            </a:r>
            <a:r>
              <a:rPr lang="en-US" sz="4300" dirty="0" smtClean="0"/>
              <a:t>)</a:t>
            </a:r>
          </a:p>
          <a:p>
            <a:pPr>
              <a:buNone/>
            </a:pPr>
            <a:r>
              <a:rPr lang="en-US" sz="4300" dirty="0" smtClean="0"/>
              <a:t>    </a:t>
            </a:r>
            <a:r>
              <a:rPr lang="en-US" sz="4300" dirty="0" err="1" smtClean="0"/>
              <a:t>db.session.commit</a:t>
            </a:r>
            <a:r>
              <a:rPr lang="en-US" sz="4300" dirty="0" smtClean="0"/>
              <a:t>()</a:t>
            </a:r>
          </a:p>
          <a:p>
            <a:pPr>
              <a:buNone/>
            </a:pPr>
            <a:r>
              <a:rPr lang="en-US" sz="4300" dirty="0" smtClean="0"/>
              <a:t>    return </a:t>
            </a:r>
            <a:r>
              <a:rPr lang="en-US" sz="4300" dirty="0" err="1" smtClean="0"/>
              <a:t>jsonify</a:t>
            </a:r>
            <a:r>
              <a:rPr lang="en-US" sz="4300" dirty="0" smtClean="0"/>
              <a:t>({"message": "User added!"})</a:t>
            </a:r>
          </a:p>
          <a:p>
            <a:pPr>
              <a:buNone/>
            </a:pP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@</a:t>
            </a:r>
            <a:r>
              <a:rPr lang="en-US" sz="4300" dirty="0" err="1" smtClean="0"/>
              <a:t>app.route</a:t>
            </a:r>
            <a:r>
              <a:rPr lang="en-US" sz="4300" dirty="0" smtClean="0"/>
              <a:t>('/users', methods=['GET'])</a:t>
            </a:r>
          </a:p>
          <a:p>
            <a:pPr>
              <a:buNone/>
            </a:pPr>
            <a:r>
              <a:rPr lang="en-US" sz="4300" dirty="0" smtClean="0"/>
              <a:t>def </a:t>
            </a:r>
            <a:r>
              <a:rPr lang="en-US" sz="4300" dirty="0" err="1" smtClean="0"/>
              <a:t>get_users</a:t>
            </a:r>
            <a:r>
              <a:rPr lang="en-US" sz="4300" dirty="0" smtClean="0"/>
              <a:t>():</a:t>
            </a:r>
          </a:p>
          <a:p>
            <a:pPr>
              <a:buNone/>
            </a:pPr>
            <a:r>
              <a:rPr lang="en-US" sz="4300" dirty="0" smtClean="0"/>
              <a:t>    users = </a:t>
            </a:r>
            <a:r>
              <a:rPr lang="en-US" sz="4300" dirty="0" err="1" smtClean="0"/>
              <a:t>User.query.all</a:t>
            </a:r>
            <a:r>
              <a:rPr lang="en-US" sz="4300" dirty="0" smtClean="0"/>
              <a:t>()</a:t>
            </a:r>
          </a:p>
          <a:p>
            <a:pPr>
              <a:buNone/>
            </a:pPr>
            <a:r>
              <a:rPr lang="en-US" sz="4300" dirty="0" smtClean="0"/>
              <a:t>    return </a:t>
            </a:r>
            <a:r>
              <a:rPr lang="en-US" sz="4300" dirty="0" err="1" smtClean="0"/>
              <a:t>jsonify</a:t>
            </a:r>
            <a:r>
              <a:rPr lang="en-US" sz="4300" dirty="0" smtClean="0"/>
              <a:t>([{"id": u.id, "name": u.name, "age": </a:t>
            </a:r>
            <a:r>
              <a:rPr lang="en-US" sz="4300" dirty="0" err="1" smtClean="0"/>
              <a:t>u.age</a:t>
            </a:r>
            <a:r>
              <a:rPr lang="en-US" sz="4300" dirty="0" smtClean="0"/>
              <a:t>} for u in users])</a:t>
            </a:r>
          </a:p>
          <a:p>
            <a:pPr>
              <a:buNone/>
            </a:pPr>
            <a:endParaRPr lang="en-US" sz="4300" dirty="0" smtClean="0"/>
          </a:p>
          <a:p>
            <a:pPr>
              <a:buNone/>
            </a:pPr>
            <a:r>
              <a:rPr lang="en-US" sz="4300" dirty="0" smtClean="0"/>
              <a:t>if __name__ == '__main__':</a:t>
            </a:r>
          </a:p>
          <a:p>
            <a:pPr>
              <a:buNone/>
            </a:pPr>
            <a:r>
              <a:rPr lang="en-US" sz="4300" dirty="0" smtClean="0"/>
              <a:t>    with </a:t>
            </a:r>
            <a:r>
              <a:rPr lang="en-US" sz="4300" dirty="0" err="1" smtClean="0"/>
              <a:t>app.app_context</a:t>
            </a:r>
            <a:r>
              <a:rPr lang="en-US" sz="4300" dirty="0" smtClean="0"/>
              <a:t>():</a:t>
            </a:r>
          </a:p>
          <a:p>
            <a:pPr>
              <a:buNone/>
            </a:pPr>
            <a:r>
              <a:rPr lang="en-US" sz="4300" dirty="0" smtClean="0"/>
              <a:t>        </a:t>
            </a:r>
            <a:r>
              <a:rPr lang="en-US" sz="4300" dirty="0" err="1" smtClean="0"/>
              <a:t>db.create_all</a:t>
            </a:r>
            <a:r>
              <a:rPr lang="en-US" sz="4300" dirty="0" smtClean="0"/>
              <a:t>()</a:t>
            </a:r>
          </a:p>
          <a:p>
            <a:pPr>
              <a:buNone/>
            </a:pPr>
            <a:r>
              <a:rPr lang="en-US" sz="4300" dirty="0" smtClean="0"/>
              <a:t>    </a:t>
            </a:r>
            <a:r>
              <a:rPr lang="en-US" sz="4300" dirty="0" err="1" smtClean="0"/>
              <a:t>app.run</a:t>
            </a:r>
            <a:r>
              <a:rPr lang="en-US" sz="4300" dirty="0" smtClean="0"/>
              <a:t>(debug=True)</a:t>
            </a:r>
            <a:endParaRPr lang="en-US" sz="4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8450" t="26938" r="14981" b="34339"/>
          <a:stretch>
            <a:fillRect/>
          </a:stretch>
        </p:blipFill>
        <p:spPr bwMode="auto">
          <a:xfrm>
            <a:off x="990600" y="609600"/>
            <a:ext cx="7315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Real-World Uses</a:t>
            </a:r>
          </a:p>
          <a:p>
            <a:pPr>
              <a:buNone/>
            </a:pPr>
            <a:r>
              <a:rPr lang="en-US" dirty="0" smtClean="0"/>
              <a:t>Flask is used in:</a:t>
            </a:r>
          </a:p>
          <a:p>
            <a:r>
              <a:rPr lang="en-US" dirty="0" smtClean="0"/>
              <a:t>REST APIs for web/mobile apps</a:t>
            </a:r>
          </a:p>
          <a:p>
            <a:r>
              <a:rPr lang="en-US" dirty="0" smtClean="0"/>
              <a:t>Machine learning model serving (e.g., deploy models as APIs)</a:t>
            </a:r>
          </a:p>
          <a:p>
            <a:r>
              <a:rPr lang="en-US" dirty="0" err="1" smtClean="0"/>
              <a:t>Microservices</a:t>
            </a:r>
            <a:r>
              <a:rPr lang="en-US" dirty="0" smtClean="0"/>
              <a:t> in larger systems</a:t>
            </a:r>
          </a:p>
          <a:p>
            <a:r>
              <a:rPr lang="en-US" dirty="0" smtClean="0"/>
              <a:t>Prototyping and academic projects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731</Words>
  <Application>Microsoft Office PowerPoint</Application>
  <PresentationFormat>On-screen Show (4:3)</PresentationFormat>
  <Paragraphs>123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Spring Boot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kanakaraj</dc:creator>
  <cp:lastModifiedBy>kanakaraj</cp:lastModifiedBy>
  <cp:revision>22</cp:revision>
  <dcterms:created xsi:type="dcterms:W3CDTF">2006-08-16T00:00:00Z</dcterms:created>
  <dcterms:modified xsi:type="dcterms:W3CDTF">2025-11-04T16:27:24Z</dcterms:modified>
</cp:coreProperties>
</file>