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2" r:id="rId7"/>
    <p:sldId id="257" r:id="rId8"/>
    <p:sldId id="259" r:id="rId9"/>
    <p:sldId id="258" r:id="rId10"/>
    <p:sldId id="260" r:id="rId11"/>
    <p:sldId id="261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864" y="-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769F3-1112-4890-9DF1-506B520E9E30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9D096-5448-48CC-BD2F-8069434BB18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GUI interface in Python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4008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Graphical User Interfaces (GUIs) in Python allow users to interact with applications through visual elements like buttons, menus, windows, and text boxes, rather than solely through command-line interfaces.</a:t>
            </a:r>
          </a:p>
          <a:p>
            <a:pPr>
              <a:buNone/>
            </a:pPr>
            <a:r>
              <a:rPr lang="en-US" b="1" dirty="0" smtClean="0"/>
              <a:t>Popular Python GUI Frameworks: </a:t>
            </a:r>
          </a:p>
          <a:p>
            <a:r>
              <a:rPr lang="en-US" b="1" dirty="0" err="1" smtClean="0"/>
              <a:t>Tkinter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</a:p>
          <a:p>
            <a:r>
              <a:rPr lang="en-US" dirty="0" smtClean="0"/>
              <a:t>Python's standard and built-in GUI library. </a:t>
            </a:r>
          </a:p>
          <a:p>
            <a:r>
              <a:rPr lang="en-US" dirty="0" smtClean="0"/>
              <a:t>Provides a lightweight wrapper around the </a:t>
            </a:r>
            <a:r>
              <a:rPr lang="en-US" dirty="0" err="1" smtClean="0"/>
              <a:t>Tcl</a:t>
            </a:r>
            <a:r>
              <a:rPr lang="en-US" dirty="0" smtClean="0"/>
              <a:t>/</a:t>
            </a:r>
            <a:r>
              <a:rPr lang="en-US" dirty="0" err="1" smtClean="0"/>
              <a:t>Tk</a:t>
            </a:r>
            <a:r>
              <a:rPr lang="en-US" dirty="0" smtClean="0"/>
              <a:t> toolkit. </a:t>
            </a:r>
          </a:p>
          <a:p>
            <a:r>
              <a:rPr lang="en-US" dirty="0" smtClean="0"/>
              <a:t>Cross-platform, ensuring applications function similarly across Windows, </a:t>
            </a:r>
            <a:r>
              <a:rPr lang="en-US" dirty="0" err="1" smtClean="0"/>
              <a:t>macOS</a:t>
            </a:r>
            <a:r>
              <a:rPr lang="en-US" dirty="0" smtClean="0"/>
              <a:t>, and Linux. </a:t>
            </a:r>
          </a:p>
          <a:p>
            <a:r>
              <a:rPr lang="en-US" dirty="0" smtClean="0"/>
              <a:t>Suitable for developing simple to moderately complex desktop applications and learning GUI programming basics.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 err="1" smtClean="0"/>
              <a:t>PyQt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A set of Python bindings for the Qt application framework. </a:t>
            </a:r>
          </a:p>
          <a:p>
            <a:pPr algn="just"/>
            <a:r>
              <a:rPr lang="en-US" dirty="0" smtClean="0"/>
              <a:t>Offers a comprehensive suite of widgets and features for building sophisticated, high-performance applications. </a:t>
            </a:r>
          </a:p>
          <a:p>
            <a:pPr algn="just"/>
            <a:r>
              <a:rPr lang="en-US" dirty="0" smtClean="0"/>
              <a:t>Supports cross-platform development, including desktop and mobile environments.</a:t>
            </a:r>
          </a:p>
          <a:p>
            <a:pPr algn="just"/>
            <a:r>
              <a:rPr lang="en-US" b="1" dirty="0" err="1" smtClean="0"/>
              <a:t>wxPython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A wrapper for the </a:t>
            </a:r>
            <a:r>
              <a:rPr lang="en-US" dirty="0" err="1" smtClean="0"/>
              <a:t>wxWidgets</a:t>
            </a:r>
            <a:r>
              <a:rPr lang="en-US" dirty="0" smtClean="0"/>
              <a:t> C++ library. </a:t>
            </a:r>
          </a:p>
          <a:p>
            <a:pPr algn="just"/>
            <a:r>
              <a:rPr lang="en-US" dirty="0" smtClean="0"/>
              <a:t>Provides a native look and feel across different operating systems. </a:t>
            </a:r>
          </a:p>
          <a:p>
            <a:pPr algn="just"/>
            <a:r>
              <a:rPr lang="en-US" dirty="0" smtClean="0"/>
              <a:t>Known for its extensive set of widgets and robust features for desktop application development.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b="1" dirty="0" err="1" smtClean="0"/>
              <a:t>Kivy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</a:p>
          <a:p>
            <a:r>
              <a:rPr lang="en-US" dirty="0" smtClean="0"/>
              <a:t>Designed for creating modern and responsive user interfaces, particularly for multi-touch applications and mobile devices. </a:t>
            </a:r>
          </a:p>
          <a:p>
            <a:r>
              <a:rPr lang="en-US" dirty="0" smtClean="0"/>
              <a:t>Employs a declarative language (KV language) for UI design, enhancing development speed. 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Key Concepts in Python GUI Development: </a:t>
            </a:r>
          </a:p>
          <a:p>
            <a:pPr algn="just"/>
            <a:r>
              <a:rPr lang="en-US" b="1" dirty="0" smtClean="0"/>
              <a:t>Widgets: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The fundamental building blocks of a GUI, such as buttons, labels, entry fields, and scrollbars. </a:t>
            </a:r>
          </a:p>
          <a:p>
            <a:pPr algn="just"/>
            <a:r>
              <a:rPr lang="en-US" b="1" dirty="0" smtClean="0"/>
              <a:t>Layout Management: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Techniques for arranging widgets within a window, including packing, placing, and gridding. </a:t>
            </a:r>
          </a:p>
          <a:p>
            <a:pPr algn="just"/>
            <a:r>
              <a:rPr lang="en-US" b="1" dirty="0" smtClean="0"/>
              <a:t>Event Handling: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Mechanisms for responding to user interactions, such as button clicks, key presses, or mouse movements, by binding them to specific functions.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2590800"/>
          </a:xfrm>
        </p:spPr>
        <p:txBody>
          <a:bodyPr/>
          <a:lstStyle/>
          <a:p>
            <a:r>
              <a:rPr lang="en-US" dirty="0" err="1" smtClean="0"/>
              <a:t>Tkinter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8229600" cy="55927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4700" dirty="0"/>
              <a:t>What is </a:t>
            </a:r>
            <a:r>
              <a:rPr lang="en-US" sz="4700" dirty="0" err="1"/>
              <a:t>Tkinter</a:t>
            </a:r>
            <a:r>
              <a:rPr lang="en-US" sz="4700" dirty="0"/>
              <a:t>?</a:t>
            </a:r>
          </a:p>
          <a:p>
            <a:pPr>
              <a:buNone/>
            </a:pPr>
            <a:endParaRPr lang="en-US" dirty="0"/>
          </a:p>
          <a:p>
            <a:pPr algn="just"/>
            <a:r>
              <a:rPr lang="en-US" dirty="0" err="1" smtClean="0"/>
              <a:t>Tkinter</a:t>
            </a:r>
            <a:r>
              <a:rPr lang="en-US" dirty="0" smtClean="0"/>
              <a:t> is the standard </a:t>
            </a:r>
            <a:r>
              <a:rPr lang="en-US" dirty="0"/>
              <a:t>GUI (Graphical User </a:t>
            </a:r>
            <a:r>
              <a:rPr lang="en-US" dirty="0" smtClean="0"/>
              <a:t>Interface) library </a:t>
            </a:r>
            <a:r>
              <a:rPr lang="en-US" dirty="0"/>
              <a:t>that comes built-in with </a:t>
            </a:r>
            <a:r>
              <a:rPr lang="en-US" dirty="0" smtClean="0"/>
              <a:t>Python.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lets you build desktop apps with windows, buttons, labels, input boxes, and more</a:t>
            </a:r>
            <a:r>
              <a:rPr lang="en-US" dirty="0" smtClean="0"/>
              <a:t>.</a:t>
            </a:r>
            <a:endParaRPr lang="en-US" dirty="0"/>
          </a:p>
          <a:p>
            <a:pPr algn="just">
              <a:buNone/>
            </a:pPr>
            <a:r>
              <a:rPr lang="en-US" dirty="0"/>
              <a:t> </a:t>
            </a:r>
            <a:r>
              <a:rPr lang="en-US" dirty="0" smtClean="0"/>
              <a:t>	*Comes </a:t>
            </a:r>
            <a:r>
              <a:rPr lang="en-US" dirty="0"/>
              <a:t>pre-installed with Python (no extra downloads in most cases)</a:t>
            </a:r>
          </a:p>
          <a:p>
            <a:pPr algn="just">
              <a:buNone/>
            </a:pPr>
            <a:r>
              <a:rPr lang="en-US" dirty="0"/>
              <a:t>	</a:t>
            </a:r>
            <a:r>
              <a:rPr lang="en-US" dirty="0" smtClean="0"/>
              <a:t>*Used </a:t>
            </a:r>
            <a:r>
              <a:rPr lang="en-US" dirty="0"/>
              <a:t>to create windows, forms, dialogs, and interactive interfaces</a:t>
            </a:r>
          </a:p>
          <a:p>
            <a:pPr algn="just">
              <a:buNone/>
            </a:pPr>
            <a:r>
              <a:rPr lang="en-US" dirty="0" smtClean="0"/>
              <a:t>	*Beginner-friendly </a:t>
            </a:r>
            <a:r>
              <a:rPr lang="en-US" dirty="0"/>
              <a:t>and great for quick </a:t>
            </a:r>
            <a:r>
              <a:rPr lang="en-US" dirty="0" smtClean="0"/>
              <a:t>prototypes.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r>
              <a:rPr lang="en-US" dirty="0"/>
              <a:t>What Can You Build With </a:t>
            </a:r>
            <a:r>
              <a:rPr lang="en-US" dirty="0" err="1"/>
              <a:t>Tkinter</a:t>
            </a:r>
            <a:r>
              <a:rPr lang="en-US" dirty="0"/>
              <a:t>?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You can build</a:t>
            </a:r>
            <a:r>
              <a:rPr lang="en-US" dirty="0" smtClean="0"/>
              <a:t>:</a:t>
            </a:r>
            <a:endParaRPr lang="en-US" dirty="0"/>
          </a:p>
          <a:p>
            <a:pPr>
              <a:buNone/>
            </a:pPr>
            <a:r>
              <a:rPr lang="en-US" dirty="0" smtClean="0"/>
              <a:t>	*  </a:t>
            </a:r>
            <a:r>
              <a:rPr lang="en-US" dirty="0"/>
              <a:t>Login/registration forms</a:t>
            </a:r>
          </a:p>
          <a:p>
            <a:pPr>
              <a:buNone/>
            </a:pPr>
            <a:r>
              <a:rPr lang="en-US" dirty="0" smtClean="0"/>
              <a:t>	*  </a:t>
            </a:r>
            <a:r>
              <a:rPr lang="en-US" dirty="0" err="1"/>
              <a:t>Chatbots</a:t>
            </a:r>
            <a:r>
              <a:rPr lang="en-US" dirty="0"/>
              <a:t> and messengers</a:t>
            </a:r>
          </a:p>
          <a:p>
            <a:pPr>
              <a:buNone/>
            </a:pPr>
            <a:r>
              <a:rPr lang="en-US" dirty="0" smtClean="0"/>
              <a:t>	*  </a:t>
            </a:r>
            <a:r>
              <a:rPr lang="en-US" dirty="0"/>
              <a:t>Calculators and converters</a:t>
            </a:r>
          </a:p>
          <a:p>
            <a:pPr>
              <a:buNone/>
            </a:pPr>
            <a:r>
              <a:rPr lang="en-US" dirty="0" smtClean="0"/>
              <a:t>	*  </a:t>
            </a:r>
            <a:r>
              <a:rPr lang="en-US" dirty="0"/>
              <a:t>File explorers and text editors</a:t>
            </a:r>
          </a:p>
          <a:p>
            <a:pPr>
              <a:buNone/>
            </a:pPr>
            <a:r>
              <a:rPr lang="en-US" dirty="0" smtClean="0"/>
              <a:t>	*  </a:t>
            </a:r>
            <a:r>
              <a:rPr lang="en-US" dirty="0"/>
              <a:t>Dashboard UIs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 smtClean="0"/>
              <a:t>Basic </a:t>
            </a:r>
            <a:r>
              <a:rPr lang="en-US" sz="4000" b="1" dirty="0" err="1"/>
              <a:t>Tkinter</a:t>
            </a:r>
            <a:r>
              <a:rPr lang="en-US" sz="4000" b="1" dirty="0"/>
              <a:t> Concepts</a:t>
            </a:r>
          </a:p>
          <a:p>
            <a:pPr>
              <a:buNone/>
            </a:pPr>
            <a:r>
              <a:rPr lang="en-US" dirty="0" smtClean="0"/>
              <a:t>Here </a:t>
            </a:r>
            <a:r>
              <a:rPr lang="en-US" dirty="0"/>
              <a:t>are some **key components** you'll </a:t>
            </a:r>
            <a:r>
              <a:rPr lang="en-US" dirty="0" smtClean="0"/>
              <a:t>use in </a:t>
            </a:r>
            <a:r>
              <a:rPr lang="en-US" dirty="0" err="1"/>
              <a:t>Tkinter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2286000"/>
          <a:ext cx="8229600" cy="41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804"/>
                <a:gridCol w="5214796"/>
              </a:tblGrid>
              <a:tr h="3600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Widget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Description </a:t>
                      </a:r>
                      <a:endParaRPr lang="en-US" sz="2400" dirty="0"/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Tk</a:t>
                      </a:r>
                      <a:r>
                        <a:rPr lang="en-US" sz="2400" dirty="0" smtClean="0"/>
                        <a:t>()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The main app window (root window) </a:t>
                      </a:r>
                      <a:endParaRPr lang="en-US" sz="2400" dirty="0"/>
                    </a:p>
                  </a:txBody>
                  <a:tcPr/>
                </a:tc>
              </a:tr>
              <a:tr h="3650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Label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Shows text or images</a:t>
                      </a:r>
                      <a:endParaRPr lang="en-US" sz="2400" dirty="0"/>
                    </a:p>
                  </a:txBody>
                  <a:tcPr/>
                </a:tc>
              </a:tr>
              <a:tr h="3650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Entry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Input field for text </a:t>
                      </a:r>
                      <a:endParaRPr lang="en-US" sz="2400" dirty="0"/>
                    </a:p>
                  </a:txBody>
                  <a:tcPr/>
                </a:tc>
              </a:tr>
              <a:tr h="3650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Button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Clickable button </a:t>
                      </a:r>
                      <a:endParaRPr lang="en-US" sz="2400" dirty="0"/>
                    </a:p>
                  </a:txBody>
                  <a:tcPr/>
                </a:tc>
              </a:tr>
              <a:tr h="3650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Text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Multi-line text box</a:t>
                      </a:r>
                      <a:endParaRPr lang="en-US" sz="2400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Frame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Container to group other widgets </a:t>
                      </a:r>
                      <a:endParaRPr lang="en-US" sz="2400" dirty="0"/>
                    </a:p>
                  </a:txBody>
                  <a:tcPr/>
                </a:tc>
              </a:tr>
              <a:tr h="3650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Canvas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For drawing shapes/graphics </a:t>
                      </a:r>
                      <a:endParaRPr lang="en-US" sz="2400" dirty="0"/>
                    </a:p>
                  </a:txBody>
                  <a:tcPr/>
                </a:tc>
              </a:tr>
              <a:tr h="36500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messagebox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Pop-up dialog box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3246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sz="7600" b="1" dirty="0"/>
              <a:t>Minimal </a:t>
            </a:r>
            <a:r>
              <a:rPr lang="en-US" sz="7600" b="1" dirty="0" err="1"/>
              <a:t>Tkinter</a:t>
            </a:r>
            <a:r>
              <a:rPr lang="en-US" sz="7600" b="1" dirty="0"/>
              <a:t> Example</a:t>
            </a:r>
          </a:p>
          <a:p>
            <a:r>
              <a:rPr lang="en-US" dirty="0" smtClean="0"/>
              <a:t>Python</a:t>
            </a:r>
          </a:p>
          <a:p>
            <a:endParaRPr lang="en-US" dirty="0"/>
          </a:p>
          <a:p>
            <a:pPr>
              <a:buNone/>
            </a:pPr>
            <a:r>
              <a:rPr lang="en-US" sz="3400" dirty="0"/>
              <a:t>import </a:t>
            </a:r>
            <a:r>
              <a:rPr lang="en-US" sz="3400" dirty="0" err="1"/>
              <a:t>tkinter</a:t>
            </a:r>
            <a:r>
              <a:rPr lang="en-US" sz="3400" dirty="0"/>
              <a:t> as </a:t>
            </a:r>
            <a:r>
              <a:rPr lang="en-US" sz="3400" dirty="0" err="1"/>
              <a:t>tk</a:t>
            </a:r>
            <a:endParaRPr lang="en-US" sz="3400" dirty="0"/>
          </a:p>
          <a:p>
            <a:pPr>
              <a:buNone/>
            </a:pPr>
            <a:r>
              <a:rPr lang="en-US" sz="3400" dirty="0"/>
              <a:t> </a:t>
            </a:r>
          </a:p>
          <a:p>
            <a:pPr>
              <a:buNone/>
            </a:pPr>
            <a:r>
              <a:rPr lang="en-US" sz="3400" dirty="0"/>
              <a:t>root = </a:t>
            </a:r>
            <a:r>
              <a:rPr lang="en-US" sz="3400" dirty="0" err="1"/>
              <a:t>tk.Tk</a:t>
            </a:r>
            <a:r>
              <a:rPr lang="en-US" sz="3400" dirty="0"/>
              <a:t>()</a:t>
            </a:r>
          </a:p>
          <a:p>
            <a:pPr>
              <a:buNone/>
            </a:pPr>
            <a:r>
              <a:rPr lang="en-US" sz="3400" dirty="0" err="1"/>
              <a:t>root.title</a:t>
            </a:r>
            <a:r>
              <a:rPr lang="en-US" sz="3400" dirty="0"/>
              <a:t>("My First App")</a:t>
            </a:r>
          </a:p>
          <a:p>
            <a:pPr>
              <a:buNone/>
            </a:pPr>
            <a:r>
              <a:rPr lang="en-US" sz="3400" dirty="0" err="1"/>
              <a:t>root.geometry</a:t>
            </a:r>
            <a:r>
              <a:rPr lang="en-US" sz="3400" dirty="0"/>
              <a:t>("300x200")</a:t>
            </a:r>
          </a:p>
          <a:p>
            <a:pPr>
              <a:buNone/>
            </a:pPr>
            <a:r>
              <a:rPr lang="en-US" sz="3400" dirty="0"/>
              <a:t> </a:t>
            </a:r>
          </a:p>
          <a:p>
            <a:pPr>
              <a:buNone/>
            </a:pPr>
            <a:r>
              <a:rPr lang="en-US" sz="3400" dirty="0"/>
              <a:t>label = </a:t>
            </a:r>
            <a:r>
              <a:rPr lang="en-US" sz="3400" dirty="0" err="1"/>
              <a:t>tk.Label</a:t>
            </a:r>
            <a:r>
              <a:rPr lang="en-US" sz="3400" dirty="0"/>
              <a:t>(root, text="Hello, </a:t>
            </a:r>
            <a:r>
              <a:rPr lang="en-US" sz="3400" dirty="0" err="1"/>
              <a:t>Tkinter</a:t>
            </a:r>
            <a:r>
              <a:rPr lang="en-US" sz="3400" dirty="0"/>
              <a:t>!")</a:t>
            </a:r>
          </a:p>
          <a:p>
            <a:pPr>
              <a:buNone/>
            </a:pPr>
            <a:r>
              <a:rPr lang="en-US" sz="3400" dirty="0" err="1"/>
              <a:t>label.pack</a:t>
            </a:r>
            <a:r>
              <a:rPr lang="en-US" sz="3400" dirty="0"/>
              <a:t>(</a:t>
            </a:r>
            <a:r>
              <a:rPr lang="en-US" sz="3400" dirty="0" err="1"/>
              <a:t>pady</a:t>
            </a:r>
            <a:r>
              <a:rPr lang="en-US" sz="3400" dirty="0"/>
              <a:t>=20)</a:t>
            </a:r>
          </a:p>
          <a:p>
            <a:pPr>
              <a:buNone/>
            </a:pPr>
            <a:r>
              <a:rPr lang="en-US" sz="3400" dirty="0"/>
              <a:t> </a:t>
            </a:r>
          </a:p>
          <a:p>
            <a:pPr>
              <a:buNone/>
            </a:pPr>
            <a:r>
              <a:rPr lang="en-US" sz="3400" dirty="0"/>
              <a:t>entry = </a:t>
            </a:r>
            <a:r>
              <a:rPr lang="en-US" sz="3400" dirty="0" err="1"/>
              <a:t>tk.Entry</a:t>
            </a:r>
            <a:r>
              <a:rPr lang="en-US" sz="3400" dirty="0"/>
              <a:t>(root)</a:t>
            </a:r>
          </a:p>
          <a:p>
            <a:pPr>
              <a:buNone/>
            </a:pPr>
            <a:r>
              <a:rPr lang="en-US" sz="3400" dirty="0" err="1"/>
              <a:t>entry.pack</a:t>
            </a:r>
            <a:r>
              <a:rPr lang="en-US" sz="3400" dirty="0"/>
              <a:t>()</a:t>
            </a:r>
          </a:p>
          <a:p>
            <a:pPr>
              <a:buNone/>
            </a:pPr>
            <a:r>
              <a:rPr lang="en-US" sz="3400" dirty="0"/>
              <a:t> </a:t>
            </a:r>
          </a:p>
          <a:p>
            <a:pPr>
              <a:buNone/>
            </a:pPr>
            <a:r>
              <a:rPr lang="en-US" sz="3400" dirty="0"/>
              <a:t>def </a:t>
            </a:r>
            <a:r>
              <a:rPr lang="en-US" sz="3400" dirty="0" err="1"/>
              <a:t>on_click</a:t>
            </a:r>
            <a:r>
              <a:rPr lang="en-US" sz="3400" dirty="0"/>
              <a:t>():</a:t>
            </a:r>
          </a:p>
          <a:p>
            <a:pPr>
              <a:buNone/>
            </a:pPr>
            <a:r>
              <a:rPr lang="en-US" sz="3400" dirty="0"/>
              <a:t>    name = </a:t>
            </a:r>
            <a:r>
              <a:rPr lang="en-US" sz="3400" dirty="0" err="1"/>
              <a:t>entry.get</a:t>
            </a:r>
            <a:r>
              <a:rPr lang="en-US" sz="3400" dirty="0"/>
              <a:t>()</a:t>
            </a:r>
          </a:p>
          <a:p>
            <a:pPr>
              <a:buNone/>
            </a:pPr>
            <a:r>
              <a:rPr lang="en-US" sz="3400" dirty="0"/>
              <a:t>    </a:t>
            </a:r>
            <a:r>
              <a:rPr lang="en-US" sz="3400" dirty="0" err="1"/>
              <a:t>label.config</a:t>
            </a:r>
            <a:r>
              <a:rPr lang="en-US" sz="3400" dirty="0"/>
              <a:t>(text=</a:t>
            </a:r>
            <a:r>
              <a:rPr lang="en-US" sz="3400" dirty="0" err="1"/>
              <a:t>f"Hi</a:t>
            </a:r>
            <a:r>
              <a:rPr lang="en-US" sz="3400" dirty="0"/>
              <a:t>, {name}!")</a:t>
            </a:r>
          </a:p>
          <a:p>
            <a:pPr>
              <a:buNone/>
            </a:pPr>
            <a:r>
              <a:rPr lang="en-US" sz="3400" dirty="0"/>
              <a:t> </a:t>
            </a:r>
          </a:p>
          <a:p>
            <a:pPr>
              <a:buNone/>
            </a:pPr>
            <a:r>
              <a:rPr lang="en-US" sz="3400" dirty="0"/>
              <a:t>button = </a:t>
            </a:r>
            <a:r>
              <a:rPr lang="en-US" sz="3400" dirty="0" err="1"/>
              <a:t>tk.Button</a:t>
            </a:r>
            <a:r>
              <a:rPr lang="en-US" sz="3400" dirty="0"/>
              <a:t>(root, text="Say Hello", command=</a:t>
            </a:r>
            <a:r>
              <a:rPr lang="en-US" sz="3400" dirty="0" err="1"/>
              <a:t>on_click</a:t>
            </a:r>
            <a:r>
              <a:rPr lang="en-US" sz="3400" dirty="0"/>
              <a:t>)</a:t>
            </a:r>
          </a:p>
          <a:p>
            <a:pPr>
              <a:buNone/>
            </a:pPr>
            <a:r>
              <a:rPr lang="en-US" sz="3400" dirty="0" err="1"/>
              <a:t>button.pack</a:t>
            </a:r>
            <a:r>
              <a:rPr lang="en-US" sz="3400" dirty="0"/>
              <a:t>(</a:t>
            </a:r>
            <a:r>
              <a:rPr lang="en-US" sz="3400" dirty="0" err="1"/>
              <a:t>pady</a:t>
            </a:r>
            <a:r>
              <a:rPr lang="en-US" sz="3400" dirty="0"/>
              <a:t>=10)</a:t>
            </a:r>
          </a:p>
          <a:p>
            <a:pPr>
              <a:buNone/>
            </a:pPr>
            <a:r>
              <a:rPr lang="en-US" sz="3400" dirty="0"/>
              <a:t> </a:t>
            </a:r>
          </a:p>
          <a:p>
            <a:pPr>
              <a:buNone/>
            </a:pPr>
            <a:r>
              <a:rPr lang="en-US" sz="3400" dirty="0" err="1"/>
              <a:t>root.mainloop</a:t>
            </a:r>
            <a:r>
              <a:rPr lang="en-US" sz="3400" dirty="0" smtClean="0"/>
              <a:t>()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Step 1 — Import </a:t>
            </a:r>
            <a:r>
              <a:rPr lang="en-US" b="1" dirty="0" err="1" smtClean="0"/>
              <a:t>Tkinter</a:t>
            </a:r>
            <a:r>
              <a:rPr lang="en-US" b="1" dirty="0" smtClean="0"/>
              <a:t> and Create a Window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tkinter</a:t>
            </a:r>
            <a:r>
              <a:rPr lang="en-US" dirty="0" smtClean="0"/>
              <a:t> as </a:t>
            </a:r>
            <a:r>
              <a:rPr lang="en-US" dirty="0" err="1" smtClean="0"/>
              <a:t>tk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tkinter</a:t>
            </a:r>
            <a:r>
              <a:rPr lang="en-US" dirty="0" smtClean="0"/>
              <a:t> import </a:t>
            </a:r>
            <a:r>
              <a:rPr lang="en-US" dirty="0" err="1" smtClean="0"/>
              <a:t>messagebox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# Create main window</a:t>
            </a:r>
          </a:p>
          <a:p>
            <a:pPr>
              <a:buNone/>
            </a:pPr>
            <a:r>
              <a:rPr lang="en-US" dirty="0" smtClean="0"/>
              <a:t>window = </a:t>
            </a:r>
            <a:r>
              <a:rPr lang="en-US" dirty="0" err="1" smtClean="0"/>
              <a:t>tk.Tk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err="1" smtClean="0"/>
              <a:t>window.title</a:t>
            </a:r>
            <a:r>
              <a:rPr lang="en-US" dirty="0" smtClean="0"/>
              <a:t>("Login Page")</a:t>
            </a:r>
          </a:p>
          <a:p>
            <a:pPr>
              <a:buNone/>
            </a:pPr>
            <a:r>
              <a:rPr lang="en-US" dirty="0" err="1" smtClean="0"/>
              <a:t>window.geometry</a:t>
            </a:r>
            <a:r>
              <a:rPr lang="en-US" dirty="0" smtClean="0"/>
              <a:t>("300x200")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>
            <a:normAutofit fontScale="92500"/>
          </a:bodyPr>
          <a:lstStyle/>
          <a:p>
            <a:endParaRPr lang="en-US" dirty="0" smtClean="0"/>
          </a:p>
          <a:p>
            <a:r>
              <a:rPr lang="en-US" b="1" dirty="0" smtClean="0"/>
              <a:t>Step 2 — Add Labels and Entry Fields</a:t>
            </a:r>
          </a:p>
          <a:p>
            <a:pPr>
              <a:buNone/>
            </a:pPr>
            <a:r>
              <a:rPr lang="en-US" dirty="0" smtClean="0"/>
              <a:t># Username label and text entry box</a:t>
            </a:r>
          </a:p>
          <a:p>
            <a:pPr>
              <a:buNone/>
            </a:pPr>
            <a:r>
              <a:rPr lang="en-US" dirty="0" err="1" smtClean="0"/>
              <a:t>tk.Label</a:t>
            </a:r>
            <a:r>
              <a:rPr lang="en-US" dirty="0" smtClean="0"/>
              <a:t>(window, text="Username").pack(</a:t>
            </a:r>
            <a:r>
              <a:rPr lang="en-US" dirty="0" err="1" smtClean="0"/>
              <a:t>pady</a:t>
            </a:r>
            <a:r>
              <a:rPr lang="en-US" dirty="0" smtClean="0"/>
              <a:t>=5)</a:t>
            </a:r>
          </a:p>
          <a:p>
            <a:pPr>
              <a:buNone/>
            </a:pPr>
            <a:r>
              <a:rPr lang="en-US" dirty="0" err="1" smtClean="0"/>
              <a:t>username_entry</a:t>
            </a:r>
            <a:r>
              <a:rPr lang="en-US" dirty="0" smtClean="0"/>
              <a:t> = </a:t>
            </a:r>
            <a:r>
              <a:rPr lang="en-US" dirty="0" err="1" smtClean="0"/>
              <a:t>tk.Entry</a:t>
            </a:r>
            <a:r>
              <a:rPr lang="en-US" dirty="0" smtClean="0"/>
              <a:t>(window)</a:t>
            </a:r>
          </a:p>
          <a:p>
            <a:pPr>
              <a:buNone/>
            </a:pPr>
            <a:r>
              <a:rPr lang="en-US" dirty="0" err="1" smtClean="0"/>
              <a:t>username_entry.pack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smtClean="0"/>
              <a:t># Password label and text entry box</a:t>
            </a:r>
          </a:p>
          <a:p>
            <a:pPr>
              <a:buNone/>
            </a:pPr>
            <a:r>
              <a:rPr lang="en-US" dirty="0" err="1" smtClean="0"/>
              <a:t>tk.Label</a:t>
            </a:r>
            <a:r>
              <a:rPr lang="en-US" dirty="0" smtClean="0"/>
              <a:t>(window, text="Password").pack(</a:t>
            </a:r>
            <a:r>
              <a:rPr lang="en-US" dirty="0" err="1" smtClean="0"/>
              <a:t>pady</a:t>
            </a:r>
            <a:r>
              <a:rPr lang="en-US" dirty="0" smtClean="0"/>
              <a:t>=5)</a:t>
            </a:r>
          </a:p>
          <a:p>
            <a:pPr>
              <a:buNone/>
            </a:pPr>
            <a:r>
              <a:rPr lang="en-US" dirty="0" err="1" smtClean="0"/>
              <a:t>password_entry</a:t>
            </a:r>
            <a:r>
              <a:rPr lang="en-US" dirty="0" smtClean="0"/>
              <a:t> = </a:t>
            </a:r>
            <a:r>
              <a:rPr lang="en-US" dirty="0" err="1" smtClean="0"/>
              <a:t>tk.Entry</a:t>
            </a:r>
            <a:r>
              <a:rPr lang="en-US" dirty="0" smtClean="0"/>
              <a:t>(window, show="*")  </a:t>
            </a:r>
          </a:p>
          <a:p>
            <a:pPr>
              <a:buNone/>
            </a:pPr>
            <a:r>
              <a:rPr lang="en-US" dirty="0" smtClean="0"/>
              <a:t># show * instead of real password</a:t>
            </a:r>
          </a:p>
          <a:p>
            <a:pPr>
              <a:buNone/>
            </a:pPr>
            <a:r>
              <a:rPr lang="en-US" dirty="0" err="1" smtClean="0"/>
              <a:t>password_entry.pack</a:t>
            </a:r>
            <a:r>
              <a:rPr lang="en-US" dirty="0" smtClean="0"/>
              <a:t>()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Step 3 — Add Login Button and Logic</a:t>
            </a:r>
          </a:p>
          <a:p>
            <a:pPr>
              <a:buNone/>
            </a:pPr>
            <a:r>
              <a:rPr lang="en-US" dirty="0" smtClean="0"/>
              <a:t>def login():    </a:t>
            </a:r>
          </a:p>
          <a:p>
            <a:pPr>
              <a:buNone/>
            </a:pPr>
            <a:r>
              <a:rPr lang="en-US" dirty="0" smtClean="0"/>
              <a:t>username = username_entry.get()    </a:t>
            </a:r>
          </a:p>
          <a:p>
            <a:pPr>
              <a:buNone/>
            </a:pPr>
            <a:r>
              <a:rPr lang="en-US" dirty="0" smtClean="0"/>
              <a:t>password = password_entry.get()    </a:t>
            </a:r>
          </a:p>
          <a:p>
            <a:pPr>
              <a:buNone/>
            </a:pPr>
            <a:r>
              <a:rPr lang="en-US" dirty="0" smtClean="0"/>
              <a:t># Example: hardcoded credentials   </a:t>
            </a:r>
          </a:p>
          <a:p>
            <a:pPr>
              <a:buNone/>
            </a:pPr>
            <a:r>
              <a:rPr lang="en-US" dirty="0" smtClean="0"/>
              <a:t>if username == "admin" and password == "1234":        </a:t>
            </a:r>
            <a:r>
              <a:rPr lang="en-US" dirty="0" err="1" smtClean="0"/>
              <a:t>messagebox.showinfo</a:t>
            </a:r>
            <a:r>
              <a:rPr lang="en-US" dirty="0" smtClean="0"/>
              <a:t>("Login", "Login Successful!")    else:        </a:t>
            </a:r>
          </a:p>
          <a:p>
            <a:pPr>
              <a:buNone/>
            </a:pPr>
            <a:r>
              <a:rPr lang="en-US" dirty="0" err="1" smtClean="0"/>
              <a:t>messagebox.showerror</a:t>
            </a:r>
            <a:r>
              <a:rPr lang="en-US" dirty="0" smtClean="0"/>
              <a:t>("Login", "Invalid username or password")</a:t>
            </a:r>
          </a:p>
          <a:p>
            <a:pPr>
              <a:buNone/>
            </a:pPr>
            <a:r>
              <a:rPr lang="en-US" dirty="0" err="1" smtClean="0"/>
              <a:t>login_button</a:t>
            </a:r>
            <a:r>
              <a:rPr lang="en-US" dirty="0" smtClean="0"/>
              <a:t> = </a:t>
            </a:r>
            <a:r>
              <a:rPr lang="en-US" dirty="0" err="1" smtClean="0"/>
              <a:t>tk.Button</a:t>
            </a:r>
            <a:r>
              <a:rPr lang="en-US" dirty="0" smtClean="0"/>
              <a:t>(window, text="Login", command=login)</a:t>
            </a:r>
          </a:p>
          <a:p>
            <a:pPr>
              <a:buNone/>
            </a:pPr>
            <a:r>
              <a:rPr lang="en-US" dirty="0" err="1" smtClean="0"/>
              <a:t>login_button.pack</a:t>
            </a:r>
            <a:r>
              <a:rPr lang="en-US" dirty="0" smtClean="0"/>
              <a:t>(</a:t>
            </a:r>
            <a:r>
              <a:rPr lang="en-US" dirty="0" err="1" smtClean="0"/>
              <a:t>pady</a:t>
            </a:r>
            <a:r>
              <a:rPr lang="en-US" dirty="0" smtClean="0"/>
              <a:t>=10)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Step 4 — Run the App</a:t>
            </a:r>
          </a:p>
          <a:p>
            <a:pPr>
              <a:buNone/>
            </a:pPr>
            <a:r>
              <a:rPr lang="en-US" dirty="0" err="1" smtClean="0"/>
              <a:t>window.mainloop</a:t>
            </a:r>
            <a:r>
              <a:rPr lang="en-US" dirty="0" smtClean="0"/>
              <a:t>()</a:t>
            </a:r>
          </a:p>
          <a:p>
            <a:pPr>
              <a:buNone/>
            </a:pPr>
            <a:endParaRPr lang="en-US" dirty="0" smtClean="0"/>
          </a:p>
          <a:p>
            <a:r>
              <a:rPr lang="en-US" sz="2800" dirty="0" smtClean="0"/>
              <a:t>Full Code Example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tkinter</a:t>
            </a:r>
            <a:r>
              <a:rPr lang="en-US" dirty="0" smtClean="0"/>
              <a:t> as </a:t>
            </a:r>
            <a:r>
              <a:rPr lang="en-US" dirty="0" err="1" smtClean="0"/>
              <a:t>tk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tkinter</a:t>
            </a:r>
            <a:r>
              <a:rPr lang="en-US" dirty="0" smtClean="0"/>
              <a:t> import </a:t>
            </a:r>
            <a:r>
              <a:rPr lang="en-US" dirty="0" err="1" smtClean="0"/>
              <a:t>messagebox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# Create window</a:t>
            </a:r>
          </a:p>
          <a:p>
            <a:pPr>
              <a:buNone/>
            </a:pPr>
            <a:r>
              <a:rPr lang="en-US" dirty="0" smtClean="0"/>
              <a:t>window = </a:t>
            </a:r>
            <a:r>
              <a:rPr lang="en-US" dirty="0" err="1" smtClean="0"/>
              <a:t>tk.Tk</a:t>
            </a:r>
            <a:r>
              <a:rPr lang="en-US" dirty="0" smtClean="0"/>
              <a:t>()</a:t>
            </a:r>
            <a:r>
              <a:rPr lang="en-US" dirty="0" err="1" smtClean="0"/>
              <a:t>window.title</a:t>
            </a:r>
            <a:r>
              <a:rPr lang="en-US" dirty="0" smtClean="0"/>
              <a:t>("Login Page")</a:t>
            </a:r>
          </a:p>
          <a:p>
            <a:pPr>
              <a:buNone/>
            </a:pPr>
            <a:r>
              <a:rPr lang="en-US" dirty="0" err="1" smtClean="0"/>
              <a:t>window.geometry</a:t>
            </a:r>
            <a:r>
              <a:rPr lang="en-US" dirty="0" smtClean="0"/>
              <a:t>("300x200")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4008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US" sz="6400" dirty="0" smtClean="0"/>
          </a:p>
          <a:p>
            <a:pPr>
              <a:buNone/>
            </a:pPr>
            <a:r>
              <a:rPr lang="en-US" sz="7200" dirty="0" smtClean="0"/>
              <a:t># Username label and text entry</a:t>
            </a:r>
          </a:p>
          <a:p>
            <a:pPr>
              <a:buNone/>
            </a:pPr>
            <a:r>
              <a:rPr lang="en-US" sz="7200" b="1" dirty="0" err="1" smtClean="0"/>
              <a:t>tk.Label</a:t>
            </a:r>
            <a:r>
              <a:rPr lang="en-US" sz="7200" b="1" dirty="0" smtClean="0"/>
              <a:t>(window, text="Username").pack(</a:t>
            </a:r>
            <a:r>
              <a:rPr lang="en-US" sz="7200" b="1" dirty="0" err="1" smtClean="0"/>
              <a:t>pady</a:t>
            </a:r>
            <a:r>
              <a:rPr lang="en-US" sz="7200" b="1" dirty="0" smtClean="0"/>
              <a:t>=5)</a:t>
            </a:r>
          </a:p>
          <a:p>
            <a:pPr>
              <a:buNone/>
            </a:pPr>
            <a:r>
              <a:rPr lang="en-US" sz="7200" b="1" dirty="0" err="1" smtClean="0"/>
              <a:t>username_entry</a:t>
            </a:r>
            <a:r>
              <a:rPr lang="en-US" sz="7200" b="1" dirty="0" smtClean="0"/>
              <a:t> = </a:t>
            </a:r>
            <a:r>
              <a:rPr lang="en-US" sz="7200" b="1" dirty="0" err="1" smtClean="0"/>
              <a:t>tk.Entry</a:t>
            </a:r>
            <a:r>
              <a:rPr lang="en-US" sz="7200" b="1" dirty="0" smtClean="0"/>
              <a:t>(window)</a:t>
            </a:r>
          </a:p>
          <a:p>
            <a:pPr>
              <a:buNone/>
            </a:pPr>
            <a:r>
              <a:rPr lang="en-US" sz="7200" b="1" dirty="0" err="1" smtClean="0"/>
              <a:t>username_entry.pack</a:t>
            </a:r>
            <a:r>
              <a:rPr lang="en-US" sz="7200" b="1" dirty="0" smtClean="0"/>
              <a:t>()</a:t>
            </a:r>
          </a:p>
          <a:p>
            <a:pPr>
              <a:buNone/>
            </a:pPr>
            <a:endParaRPr lang="en-US" sz="7200" dirty="0" smtClean="0"/>
          </a:p>
          <a:p>
            <a:pPr>
              <a:buNone/>
            </a:pPr>
            <a:r>
              <a:rPr lang="en-US" sz="7200" dirty="0" smtClean="0"/>
              <a:t># Password label and text entry</a:t>
            </a:r>
          </a:p>
          <a:p>
            <a:pPr>
              <a:buNone/>
            </a:pPr>
            <a:r>
              <a:rPr lang="en-US" sz="7200" b="1" dirty="0" err="1" smtClean="0"/>
              <a:t>tk.Label</a:t>
            </a:r>
            <a:r>
              <a:rPr lang="en-US" sz="7200" b="1" dirty="0" smtClean="0"/>
              <a:t>(window, text="Password").pack(</a:t>
            </a:r>
            <a:r>
              <a:rPr lang="en-US" sz="7200" b="1" dirty="0" err="1" smtClean="0"/>
              <a:t>pady</a:t>
            </a:r>
            <a:r>
              <a:rPr lang="en-US" sz="7200" b="1" dirty="0" smtClean="0"/>
              <a:t>=5)</a:t>
            </a:r>
          </a:p>
          <a:p>
            <a:pPr>
              <a:buNone/>
            </a:pPr>
            <a:r>
              <a:rPr lang="en-US" sz="7200" b="1" dirty="0" err="1" smtClean="0"/>
              <a:t>password_entry</a:t>
            </a:r>
            <a:r>
              <a:rPr lang="en-US" sz="7200" b="1" dirty="0" smtClean="0"/>
              <a:t> = </a:t>
            </a:r>
            <a:r>
              <a:rPr lang="en-US" sz="7200" b="1" dirty="0" err="1" smtClean="0"/>
              <a:t>tk.Entry</a:t>
            </a:r>
            <a:r>
              <a:rPr lang="en-US" sz="7200" b="1" dirty="0" smtClean="0"/>
              <a:t>(window, show="*")</a:t>
            </a:r>
          </a:p>
          <a:p>
            <a:pPr>
              <a:buNone/>
            </a:pPr>
            <a:r>
              <a:rPr lang="en-US" sz="7200" b="1" dirty="0" err="1" smtClean="0"/>
              <a:t>password_entry.pack</a:t>
            </a:r>
            <a:r>
              <a:rPr lang="en-US" sz="7200" b="1" dirty="0" smtClean="0"/>
              <a:t>()</a:t>
            </a:r>
          </a:p>
          <a:p>
            <a:pPr>
              <a:buNone/>
            </a:pPr>
            <a:endParaRPr lang="en-US" sz="7200" dirty="0" smtClean="0"/>
          </a:p>
          <a:p>
            <a:pPr>
              <a:buNone/>
            </a:pPr>
            <a:r>
              <a:rPr lang="en-US" sz="7200" dirty="0" smtClean="0"/>
              <a:t># Login button</a:t>
            </a:r>
          </a:p>
          <a:p>
            <a:pPr>
              <a:buNone/>
            </a:pPr>
            <a:r>
              <a:rPr lang="en-US" sz="7200" b="1" dirty="0" smtClean="0"/>
              <a:t>def login():    </a:t>
            </a:r>
          </a:p>
          <a:p>
            <a:pPr>
              <a:buNone/>
            </a:pPr>
            <a:r>
              <a:rPr lang="en-US" sz="7200" b="1" dirty="0" smtClean="0"/>
              <a:t>username = username_entry.get()    </a:t>
            </a:r>
          </a:p>
          <a:p>
            <a:pPr>
              <a:buNone/>
            </a:pPr>
            <a:r>
              <a:rPr lang="en-US" sz="7200" b="1" dirty="0" smtClean="0"/>
              <a:t>password = password_entry.get()    </a:t>
            </a:r>
          </a:p>
          <a:p>
            <a:pPr>
              <a:buNone/>
            </a:pPr>
            <a:r>
              <a:rPr lang="en-US" sz="7200" b="1" dirty="0" smtClean="0"/>
              <a:t>if username == "admin" and password == "1234":      </a:t>
            </a:r>
          </a:p>
          <a:p>
            <a:pPr>
              <a:buNone/>
            </a:pPr>
            <a:r>
              <a:rPr lang="en-US" sz="7200" b="1" dirty="0" smtClean="0"/>
              <a:t>  </a:t>
            </a:r>
            <a:r>
              <a:rPr lang="en-US" sz="7200" b="1" dirty="0" err="1" smtClean="0"/>
              <a:t>messagebox.showinfo</a:t>
            </a:r>
            <a:r>
              <a:rPr lang="en-US" sz="7200" b="1" dirty="0" smtClean="0"/>
              <a:t>("Login", "Login Successful!")   </a:t>
            </a:r>
          </a:p>
          <a:p>
            <a:pPr>
              <a:buNone/>
            </a:pPr>
            <a:r>
              <a:rPr lang="en-US" sz="7200" b="1" dirty="0" smtClean="0"/>
              <a:t> else:      </a:t>
            </a:r>
          </a:p>
          <a:p>
            <a:pPr>
              <a:buNone/>
            </a:pPr>
            <a:r>
              <a:rPr lang="en-US" sz="7200" b="1" dirty="0" smtClean="0"/>
              <a:t>  </a:t>
            </a:r>
            <a:r>
              <a:rPr lang="en-US" sz="7200" b="1" dirty="0" err="1" smtClean="0"/>
              <a:t>messagebox.showerror</a:t>
            </a:r>
            <a:r>
              <a:rPr lang="en-US" sz="7200" b="1" dirty="0" smtClean="0"/>
              <a:t>("Login", "Invalid username or password")</a:t>
            </a:r>
          </a:p>
          <a:p>
            <a:pPr>
              <a:buNone/>
            </a:pPr>
            <a:r>
              <a:rPr lang="en-US" sz="7200" b="1" dirty="0" err="1" smtClean="0"/>
              <a:t>tk.Button</a:t>
            </a:r>
            <a:r>
              <a:rPr lang="en-US" sz="7200" b="1" dirty="0" smtClean="0"/>
              <a:t>(window, text="Login", command=login).pack(</a:t>
            </a:r>
            <a:r>
              <a:rPr lang="en-US" sz="7200" b="1" dirty="0" err="1" smtClean="0"/>
              <a:t>pady</a:t>
            </a:r>
            <a:r>
              <a:rPr lang="en-US" sz="7200" b="1" dirty="0" smtClean="0"/>
              <a:t>=10)</a:t>
            </a:r>
          </a:p>
          <a:p>
            <a:pPr>
              <a:buNone/>
            </a:pPr>
            <a:r>
              <a:rPr lang="en-US" sz="7200" b="1" dirty="0" err="1" smtClean="0"/>
              <a:t>window.mainloop</a:t>
            </a:r>
            <a:r>
              <a:rPr lang="en-US" sz="7200" b="1" dirty="0" smtClean="0"/>
              <a:t>()</a:t>
            </a:r>
            <a:endParaRPr lang="en-US" sz="72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r>
              <a:rPr lang="en-US" b="1" dirty="0" smtClean="0"/>
              <a:t>Optional — Add “Clear” and “Exit” Buttons</a:t>
            </a:r>
          </a:p>
          <a:p>
            <a:pPr>
              <a:buNone/>
            </a:pPr>
            <a:r>
              <a:rPr lang="en-US" dirty="0" smtClean="0"/>
              <a:t>def clear():    </a:t>
            </a:r>
          </a:p>
          <a:p>
            <a:pPr>
              <a:buNone/>
            </a:pPr>
            <a:r>
              <a:rPr lang="en-US" dirty="0" err="1" smtClean="0"/>
              <a:t>username_entry.delete</a:t>
            </a:r>
            <a:r>
              <a:rPr lang="en-US" dirty="0" smtClean="0"/>
              <a:t>(0, </a:t>
            </a:r>
            <a:r>
              <a:rPr lang="en-US" dirty="0" err="1" smtClean="0"/>
              <a:t>tk.END</a:t>
            </a:r>
            <a:r>
              <a:rPr lang="en-US" dirty="0" smtClean="0"/>
              <a:t>)    </a:t>
            </a:r>
            <a:r>
              <a:rPr lang="en-US" dirty="0" err="1" smtClean="0"/>
              <a:t>password_entry.delete</a:t>
            </a:r>
            <a:r>
              <a:rPr lang="en-US" dirty="0" smtClean="0"/>
              <a:t>(0, </a:t>
            </a:r>
            <a:r>
              <a:rPr lang="en-US" dirty="0" err="1" smtClean="0"/>
              <a:t>tk.END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def close():    </a:t>
            </a:r>
            <a:r>
              <a:rPr lang="en-US" dirty="0" err="1" smtClean="0"/>
              <a:t>window.destroy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err="1" smtClean="0"/>
              <a:t>tk.Button</a:t>
            </a:r>
            <a:r>
              <a:rPr lang="en-US" dirty="0" smtClean="0"/>
              <a:t>(window, text="Clear", command=clear).pack()</a:t>
            </a:r>
          </a:p>
          <a:p>
            <a:pPr>
              <a:buNone/>
            </a:pPr>
            <a:r>
              <a:rPr lang="en-US" dirty="0" err="1" smtClean="0"/>
              <a:t>tk.Button</a:t>
            </a:r>
            <a:r>
              <a:rPr lang="en-US" dirty="0" smtClean="0"/>
              <a:t>(window, text="Exit", command=close).pack()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r>
              <a:rPr lang="en-US" b="1" dirty="0" smtClean="0"/>
              <a:t>Step 5 (Optional) — Store Users in Database (</a:t>
            </a:r>
            <a:r>
              <a:rPr lang="en-US" b="1" dirty="0" err="1" smtClean="0"/>
              <a:t>SQLite</a:t>
            </a:r>
            <a:r>
              <a:rPr lang="en-US" b="1" dirty="0" smtClean="0"/>
              <a:t>)</a:t>
            </a:r>
          </a:p>
          <a:p>
            <a:r>
              <a:rPr lang="en-US" dirty="0" smtClean="0"/>
              <a:t>If you want a </a:t>
            </a:r>
            <a:r>
              <a:rPr lang="en-US" b="1" dirty="0" smtClean="0"/>
              <a:t>real login system</a:t>
            </a:r>
            <a:r>
              <a:rPr lang="en-US" dirty="0" smtClean="0"/>
              <a:t> instead of hardcoded credentials, you can:</a:t>
            </a:r>
          </a:p>
          <a:p>
            <a:r>
              <a:rPr lang="en-US" dirty="0" smtClean="0"/>
              <a:t>Create a </a:t>
            </a:r>
            <a:r>
              <a:rPr lang="en-US" dirty="0" err="1" smtClean="0"/>
              <a:t>users.db</a:t>
            </a:r>
            <a:r>
              <a:rPr lang="en-US" dirty="0" smtClean="0"/>
              <a:t> file using sqlite3.</a:t>
            </a:r>
          </a:p>
          <a:p>
            <a:r>
              <a:rPr lang="en-US" dirty="0" smtClean="0"/>
              <a:t>Save username/passwords (hashed) in it.</a:t>
            </a:r>
          </a:p>
          <a:p>
            <a:r>
              <a:rPr lang="en-US" dirty="0" smtClean="0"/>
              <a:t>Validate during login.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789</Words>
  <Application>Microsoft Office PowerPoint</Application>
  <PresentationFormat>On-screen Show (4:3)</PresentationFormat>
  <Paragraphs>155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GUI interface in Python</vt:lpstr>
      <vt:lpstr>Slide 2</vt:lpstr>
      <vt:lpstr>Slide 3</vt:lpstr>
      <vt:lpstr>Slide 4</vt:lpstr>
      <vt:lpstr>Slide 5</vt:lpstr>
      <vt:lpstr>Tkinter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kanakaraj</cp:lastModifiedBy>
  <cp:revision>21</cp:revision>
  <dcterms:created xsi:type="dcterms:W3CDTF">2025-10-16T17:06:17Z</dcterms:created>
  <dcterms:modified xsi:type="dcterms:W3CDTF">2025-10-17T10:29:17Z</dcterms:modified>
</cp:coreProperties>
</file>