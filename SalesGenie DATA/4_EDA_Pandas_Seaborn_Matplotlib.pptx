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>
      <p:cViewPr varScale="1">
        <p:scale>
          <a:sx n="103" d="100"/>
          <a:sy n="103" d="100"/>
        </p:scale>
        <p:origin x="-20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/>
              <a:t>Exploratory </a:t>
            </a:r>
            <a:r>
              <a:rPr smtClean="0"/>
              <a:t>Data </a:t>
            </a:r>
            <a:r>
              <a:t>Analysis (</a:t>
            </a:r>
            <a:r>
              <a:rPr/>
              <a:t>EDA</a:t>
            </a:r>
            <a:r>
              <a:rPr smtClean="0"/>
              <a:t>)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Using Pandas, </a:t>
            </a:r>
            <a:r>
              <a:rPr lang="en-US" dirty="0" err="1" smtClean="0"/>
              <a:t>Seaborn</a:t>
            </a:r>
            <a:r>
              <a:rPr lang="en-US" dirty="0" smtClean="0"/>
              <a:t> &amp; </a:t>
            </a:r>
            <a:r>
              <a:rPr lang="en-US" dirty="0" err="1" smtClean="0"/>
              <a:t>Matplotlib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EDA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• Exploratory Data Analysis (EDA) helps in understanding datasets</a:t>
            </a:r>
          </a:p>
          <a:p>
            <a:pPr>
              <a:buNone/>
            </a:pPr>
            <a:r>
              <a:t>• Tools used: Pandas, Seaborn, Matplotlib</a:t>
            </a:r>
          </a:p>
          <a:p>
            <a:pPr>
              <a:buNone/>
            </a:pPr>
            <a:r>
              <a:t>• Steps: Summary statistics, Visualization, Feature relationships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1: Load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• Use Pandas to load CSV or Seaborn built-in datasets</a:t>
            </a:r>
          </a:p>
          <a:p>
            <a:pPr>
              <a:buNone/>
            </a:pPr>
            <a:r>
              <a:t>• Example:</a:t>
            </a:r>
          </a:p>
          <a:p>
            <a:pPr>
              <a:buNone/>
            </a:pPr>
            <a:r>
              <a:t>  df = sns.load_dataset('titanic')</a:t>
            </a:r>
          </a:p>
          <a:p>
            <a:pPr>
              <a:buNone/>
            </a:pPr>
            <a:r>
              <a:t>• Inspect with df.head()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2: Summary 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• df.shape – dataset dimensions</a:t>
            </a:r>
          </a:p>
          <a:p>
            <a:pPr>
              <a:buNone/>
            </a:pPr>
            <a:r>
              <a:t>• df.info() – datatypes &amp; missing values</a:t>
            </a:r>
          </a:p>
          <a:p>
            <a:pPr>
              <a:buNone/>
            </a:pPr>
            <a:r>
              <a:t>• df.describe() – statistical summary</a:t>
            </a:r>
          </a:p>
          <a:p>
            <a:pPr>
              <a:buNone/>
            </a:pPr>
            <a:r>
              <a:t>• df.isnull().sum() – missing values count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3: Univariate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• Study single feature distribution</a:t>
            </a:r>
          </a:p>
          <a:p>
            <a:pPr>
              <a:buNone/>
            </a:pPr>
            <a:r>
              <a:t>• Numerical: Histograms, KDE plots</a:t>
            </a:r>
          </a:p>
          <a:p>
            <a:pPr>
              <a:buNone/>
            </a:pPr>
            <a:r>
              <a:t>• Categorical: Count plots</a:t>
            </a:r>
          </a:p>
          <a:p>
            <a:pPr>
              <a:buNone/>
            </a:pPr>
            <a:r>
              <a:t>• Example: sns.histplot(df['age'])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4: Bivariate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• Explore relationship between two features</a:t>
            </a:r>
          </a:p>
          <a:p>
            <a:pPr>
              <a:buNone/>
            </a:pPr>
            <a:r>
              <a:t>• Scatter plots: sns.scatterplot(x, y)</a:t>
            </a:r>
          </a:p>
          <a:p>
            <a:pPr>
              <a:buNone/>
            </a:pPr>
            <a:r>
              <a:t>• Box plots: sns.boxplot(x, y)</a:t>
            </a:r>
          </a:p>
          <a:p>
            <a:pPr>
              <a:buNone/>
            </a:pPr>
            <a:r>
              <a:t>• Groupby with Pandas: df.groupby('class')['fare'].mean()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5: Correlation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• Correlation matrix using df.corr()</a:t>
            </a:r>
          </a:p>
          <a:p>
            <a:pPr>
              <a:buNone/>
            </a:pPr>
            <a:r>
              <a:t>• Visualize with Heatmap:</a:t>
            </a:r>
          </a:p>
          <a:p>
            <a:pPr>
              <a:buNone/>
            </a:pPr>
            <a:r>
              <a:t>  sns.heatmap(corr, annot=True)</a:t>
            </a:r>
          </a:p>
          <a:p>
            <a:pPr>
              <a:buNone/>
            </a:pPr>
            <a:r>
              <a:t>• Helps identify feature relationships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6: Pairwise 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• Use sns.pairplot() for small datasets</a:t>
            </a:r>
          </a:p>
          <a:p>
            <a:pPr>
              <a:buNone/>
            </a:pPr>
            <a:r>
              <a:t>• Visualizes multiple feature relationships</a:t>
            </a:r>
          </a:p>
          <a:p>
            <a:pPr>
              <a:buNone/>
            </a:pPr>
            <a:r>
              <a:t>• Example: sns.pairplot(iris, hue='species')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Step 7: Handling Missing Values &amp; Outliers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• Missing values:</a:t>
            </a:r>
          </a:p>
          <a:p>
            <a:pPr>
              <a:buNone/>
            </a:pPr>
            <a:r>
              <a:t>  - df.dropna()</a:t>
            </a:r>
          </a:p>
          <a:p>
            <a:pPr>
              <a:buNone/>
            </a:pPr>
            <a:r>
              <a:t>  - df.fillna(mean/median)</a:t>
            </a:r>
          </a:p>
          <a:p>
            <a:pPr>
              <a:buNone/>
            </a:pPr>
            <a:r>
              <a:t>• Outliers:</a:t>
            </a:r>
          </a:p>
          <a:p>
            <a:pPr>
              <a:buNone/>
            </a:pPr>
            <a:r>
              <a:t>  - Detect using boxplots</a:t>
            </a:r>
          </a:p>
          <a:p>
            <a:pPr>
              <a:buNone/>
            </a:pPr>
            <a:r>
              <a:t>  - Handle with capping or removal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Summary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1. Load &amp; Inspect Data</a:t>
            </a:r>
          </a:p>
          <a:p>
            <a:pPr>
              <a:buNone/>
            </a:pPr>
            <a:r>
              <a:t>2. Univariate Analysis</a:t>
            </a:r>
          </a:p>
          <a:p>
            <a:pPr>
              <a:buNone/>
            </a:pPr>
            <a:r>
              <a:t>3. Bivariate Analysis</a:t>
            </a:r>
          </a:p>
          <a:p>
            <a:pPr>
              <a:buNone/>
            </a:pPr>
            <a:r>
              <a:t>4. Correlation Analysis</a:t>
            </a:r>
          </a:p>
          <a:p>
            <a:pPr>
              <a:buNone/>
            </a:pPr>
            <a:r>
              <a:t>5. Pairwise Relationships</a:t>
            </a:r>
          </a:p>
          <a:p>
            <a:pPr>
              <a:buNone/>
            </a:pPr>
            <a:r>
              <a:t>6. Handle Missing Values &amp; Outliers</a:t>
            </a:r>
          </a:p>
          <a:p>
            <a:pPr>
              <a:buNone/>
            </a:pPr>
            <a:r>
              <a:t>✅ Prepares data for Machine Learning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296</Words>
  <Application>Microsoft Office PowerPoint</Application>
  <PresentationFormat>On-screen Show (4:3)</PresentationFormat>
  <Paragraphs>49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Exploratory Data Analysis (EDA) Using Pandas, Seaborn &amp; Matplotlib</vt:lpstr>
      <vt:lpstr>Introduction to EDA</vt:lpstr>
      <vt:lpstr>Step 1: Load Dataset</vt:lpstr>
      <vt:lpstr>Step 2: Summary Statistics</vt:lpstr>
      <vt:lpstr>Step 3: Univariate Analysis</vt:lpstr>
      <vt:lpstr>Step 4: Bivariate Analysis</vt:lpstr>
      <vt:lpstr>Step 5: Correlation Analysis</vt:lpstr>
      <vt:lpstr>Step 6: Pairwise Relationships</vt:lpstr>
      <vt:lpstr>Step 7: Handling Missing Values &amp; Outliers</vt:lpstr>
      <vt:lpstr>EDA Summary Roadmap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Exploratory Data Analysis (EDA) Using Pandas, Seaborn &amp; Matplotlib</dc:title>
  <dc:subject/>
  <dc:creator/>
  <cp:keywords/>
  <dc:description>generated using python-pptx</dc:description>
  <cp:lastModifiedBy>kanakaraj</cp:lastModifiedBy>
  <cp:revision>2</cp:revision>
  <dcterms:created xsi:type="dcterms:W3CDTF">2013-01-27T09:14:16Z</dcterms:created>
  <dcterms:modified xsi:type="dcterms:W3CDTF">2026-01-04T14:52:26Z</dcterms:modified>
  <cp:category/>
</cp:coreProperties>
</file>