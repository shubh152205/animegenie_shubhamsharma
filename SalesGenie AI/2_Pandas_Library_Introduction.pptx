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2" r:id="rId5"/>
    <p:sldId id="273" r:id="rId6"/>
    <p:sldId id="274" r:id="rId7"/>
    <p:sldId id="259" r:id="rId8"/>
    <p:sldId id="260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62" r:id="rId18"/>
    <p:sldId id="263" r:id="rId19"/>
    <p:sldId id="26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-84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Pandas Library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Introduction to Data Analysis in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Pandas?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Open-source Python library for data analysis and manipulation</a:t>
            </a:r>
          </a:p>
          <a:p>
            <a:r>
              <a:rPr dirty="0"/>
              <a:t>Built on top of NumPy</a:t>
            </a:r>
          </a:p>
          <a:p>
            <a:r>
              <a:rPr dirty="0"/>
              <a:t>Provides data structures: Series (1D) and </a:t>
            </a:r>
            <a:r>
              <a:rPr dirty="0" err="1"/>
              <a:t>DataFrame</a:t>
            </a:r>
            <a:r>
              <a:rPr dirty="0"/>
              <a:t> (2D)</a:t>
            </a:r>
          </a:p>
          <a:p>
            <a:r>
              <a:rPr dirty="0"/>
              <a:t>Ideal for tabular, time-series and heterogeneous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Series: One-dimensional labeled array</a:t>
            </a:r>
          </a:p>
          <a:p>
            <a:r>
              <a:rPr dirty="0" err="1"/>
              <a:t>DataFrame</a:t>
            </a:r>
            <a:r>
              <a:rPr dirty="0"/>
              <a:t>: Two-dimensional labeled data </a:t>
            </a:r>
            <a:r>
              <a:rPr lang="en-IN" dirty="0"/>
              <a:t>s</a:t>
            </a:r>
            <a:r>
              <a:rPr dirty="0" err="1"/>
              <a:t>tructure</a:t>
            </a:r>
            <a:endParaRPr dirty="0"/>
          </a:p>
          <a:p>
            <a:r>
              <a:rPr dirty="0"/>
              <a:t>Index objects: For labeling axes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F607026-751D-9C6C-3951-C84908C7F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# Create a Series</a:t>
            </a:r>
          </a:p>
          <a:p>
            <a:pPr marL="0" indent="0">
              <a:buNone/>
            </a:pPr>
            <a:r>
              <a:rPr lang="en-US" dirty="0"/>
              <a:t>s = </a:t>
            </a:r>
            <a:r>
              <a:rPr lang="en-US" dirty="0" err="1"/>
              <a:t>pd.Series</a:t>
            </a:r>
            <a:r>
              <a:rPr lang="en-US" dirty="0"/>
              <a:t>([10, 20, 30], index=['a', 'b', 'c'])</a:t>
            </a:r>
          </a:p>
          <a:p>
            <a:pPr marL="0" indent="0">
              <a:buNone/>
            </a:pPr>
            <a:r>
              <a:rPr lang="en-US" dirty="0"/>
              <a:t>print(s)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 err="1"/>
              <a:t>s.values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s.index</a:t>
            </a:r>
            <a:r>
              <a:rPr lang="en-IN" dirty="0"/>
              <a:t>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723585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9161269-43F0-3913-E383-D6641C8F5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data = {</a:t>
            </a:r>
          </a:p>
          <a:p>
            <a:pPr marL="0" indent="0">
              <a:buNone/>
            </a:pPr>
            <a:r>
              <a:rPr lang="en-IN" dirty="0"/>
              <a:t>    'Name': ['Alice', 'Bob', 'Charlie'],</a:t>
            </a:r>
          </a:p>
          <a:p>
            <a:pPr marL="0" indent="0">
              <a:buNone/>
            </a:pPr>
            <a:r>
              <a:rPr lang="en-IN" dirty="0"/>
              <a:t>    'Age': [24, 27, 22],</a:t>
            </a:r>
          </a:p>
          <a:p>
            <a:pPr marL="0" indent="0">
              <a:buNone/>
            </a:pPr>
            <a:r>
              <a:rPr lang="en-IN" dirty="0"/>
              <a:t>    'City': ['Delhi', 'Mumbai', 'Chennai']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(data)</a:t>
            </a:r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236598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3D45B05B-C668-EB33-A891-E9A013B2AB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85711"/>
            <a:ext cx="860017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df.head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first 5 rows</a:t>
            </a:r>
            <a:endParaRPr kumimoji="0" lang="en-US" altLang="en-US" sz="8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df.tail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last 5 rows</a:t>
            </a:r>
            <a:endParaRPr kumimoji="0" lang="en-US" altLang="en-US" sz="8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df.shape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(rows, columns)</a:t>
            </a:r>
            <a:endParaRPr kumimoji="0" lang="en-US" altLang="en-US" sz="8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df.columns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column names</a:t>
            </a:r>
            <a:endParaRPr kumimoji="0" lang="en-US" altLang="en-US" sz="8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df.info()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data types, null counts</a:t>
            </a:r>
            <a:endParaRPr kumimoji="0" lang="en-US" altLang="en-US" sz="8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df.describe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quick stats on numeric columns</a:t>
            </a:r>
            <a:endParaRPr kumimoji="0" lang="en-US" altLang="en-US" sz="8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61232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and Writing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Read from CSV: </a:t>
            </a:r>
            <a:r>
              <a:rPr dirty="0" err="1"/>
              <a:t>pd.read_csv</a:t>
            </a:r>
            <a:r>
              <a:rPr dirty="0"/>
              <a:t>('file.csv')</a:t>
            </a:r>
          </a:p>
          <a:p>
            <a:r>
              <a:rPr dirty="0"/>
              <a:t>Read from Excel: </a:t>
            </a:r>
            <a:r>
              <a:rPr dirty="0" err="1"/>
              <a:t>pd.read_excel</a:t>
            </a:r>
            <a:r>
              <a:rPr dirty="0"/>
              <a:t>('file.xlsx')</a:t>
            </a:r>
          </a:p>
          <a:p>
            <a:r>
              <a:rPr dirty="0"/>
              <a:t>Save to CSV: </a:t>
            </a:r>
            <a:r>
              <a:rPr dirty="0" err="1"/>
              <a:t>df.to_csv</a:t>
            </a:r>
            <a:r>
              <a:rPr dirty="0"/>
              <a:t>('file.csv', index=False)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Select columns: </a:t>
            </a:r>
            <a:r>
              <a:rPr dirty="0" err="1"/>
              <a:t>df</a:t>
            </a:r>
            <a:r>
              <a:rPr dirty="0"/>
              <a:t>['column'] or </a:t>
            </a:r>
            <a:r>
              <a:rPr dirty="0" err="1"/>
              <a:t>df</a:t>
            </a:r>
            <a:r>
              <a:rPr dirty="0"/>
              <a:t>[['col1','col2']]</a:t>
            </a:r>
          </a:p>
          <a:p>
            <a:r>
              <a:rPr dirty="0"/>
              <a:t>Select rows: </a:t>
            </a:r>
            <a:r>
              <a:rPr dirty="0" err="1"/>
              <a:t>df.loc</a:t>
            </a:r>
            <a:r>
              <a:rPr dirty="0"/>
              <a:t>[index] or </a:t>
            </a:r>
            <a:r>
              <a:rPr dirty="0" err="1"/>
              <a:t>df.iloc</a:t>
            </a:r>
            <a:r>
              <a:rPr dirty="0"/>
              <a:t>[position]</a:t>
            </a:r>
          </a:p>
          <a:p>
            <a:r>
              <a:rPr dirty="0"/>
              <a:t>Conditional selection: </a:t>
            </a:r>
            <a:r>
              <a:rPr dirty="0" err="1"/>
              <a:t>df</a:t>
            </a:r>
            <a:r>
              <a:rPr dirty="0"/>
              <a:t>[</a:t>
            </a:r>
            <a:r>
              <a:rPr dirty="0" err="1"/>
              <a:t>df</a:t>
            </a:r>
            <a:r>
              <a:rPr dirty="0"/>
              <a:t>['Age'] &gt; 25]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A10778B-4638-254C-314F-CF8B3F369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B92DB2B-32E8-178C-C21E-AED8A6629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err="1"/>
              <a:t>df</a:t>
            </a:r>
            <a:r>
              <a:rPr lang="en-IN" dirty="0"/>
              <a:t>['</a:t>
            </a:r>
            <a:r>
              <a:rPr lang="en-IN" dirty="0" err="1"/>
              <a:t>NewCol</a:t>
            </a:r>
            <a:r>
              <a:rPr lang="en-IN" dirty="0"/>
              <a:t>'] = </a:t>
            </a:r>
            <a:r>
              <a:rPr lang="en-IN" dirty="0" err="1"/>
              <a:t>df</a:t>
            </a:r>
            <a:r>
              <a:rPr lang="en-IN" dirty="0"/>
              <a:t>['Age'] + 5           # add new column</a:t>
            </a:r>
          </a:p>
          <a:p>
            <a:r>
              <a:rPr lang="en-IN" dirty="0" err="1"/>
              <a:t>df.drop</a:t>
            </a:r>
            <a:r>
              <a:rPr lang="en-IN" dirty="0"/>
              <a:t>('</a:t>
            </a:r>
            <a:r>
              <a:rPr lang="en-IN" dirty="0" err="1"/>
              <a:t>NewCol</a:t>
            </a:r>
            <a:r>
              <a:rPr lang="en-IN" dirty="0"/>
              <a:t>', axis=1, </a:t>
            </a:r>
            <a:r>
              <a:rPr lang="en-IN" dirty="0" err="1"/>
              <a:t>inplace</a:t>
            </a:r>
            <a:r>
              <a:rPr lang="en-IN" dirty="0"/>
              <a:t>=True)  # drop column</a:t>
            </a:r>
          </a:p>
          <a:p>
            <a:r>
              <a:rPr lang="en-IN" dirty="0" err="1"/>
              <a:t>df.rename</a:t>
            </a:r>
            <a:r>
              <a:rPr lang="en-IN" dirty="0"/>
              <a:t>(columns={'Name': '</a:t>
            </a:r>
            <a:r>
              <a:rPr lang="en-IN" dirty="0" err="1"/>
              <a:t>FullName</a:t>
            </a:r>
            <a:r>
              <a:rPr lang="en-IN" dirty="0"/>
              <a:t>'}, </a:t>
            </a:r>
            <a:r>
              <a:rPr lang="en-IN" dirty="0" err="1"/>
              <a:t>inplace</a:t>
            </a:r>
            <a:r>
              <a:rPr lang="en-IN" dirty="0"/>
              <a:t>=True)  # rename</a:t>
            </a:r>
          </a:p>
          <a:p>
            <a:r>
              <a:rPr lang="en-IN" dirty="0" err="1"/>
              <a:t>df.sort_values</a:t>
            </a:r>
            <a:r>
              <a:rPr lang="en-IN" dirty="0"/>
              <a:t>('Age', ascending=False)  # sort</a:t>
            </a:r>
          </a:p>
          <a:p>
            <a:r>
              <a:rPr lang="en-IN" dirty="0" err="1"/>
              <a:t>df.reset_index</a:t>
            </a:r>
            <a:r>
              <a:rPr lang="en-IN" dirty="0"/>
              <a:t>(drop=True, </a:t>
            </a:r>
            <a:r>
              <a:rPr lang="en-IN" dirty="0" err="1"/>
              <a:t>inplace</a:t>
            </a:r>
            <a:r>
              <a:rPr lang="en-IN" dirty="0"/>
              <a:t>=True) # reset index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63368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65008A-57FA-1A1D-6B83-E467BF16E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 Cleaning Steps--</a:t>
            </a:r>
            <a:br>
              <a:rPr lang="en-IN" dirty="0"/>
            </a:br>
            <a:r>
              <a:rPr lang="en-IN" dirty="0"/>
              <a:t>1. Handle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31C22E1-B4FA-C394-1490-D39207DF9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df.isnull</a:t>
            </a:r>
            <a:r>
              <a:rPr lang="en-IN" dirty="0"/>
              <a:t>().sum()               # count nulls</a:t>
            </a:r>
          </a:p>
          <a:p>
            <a:r>
              <a:rPr lang="en-IN" dirty="0" err="1"/>
              <a:t>df.dropna</a:t>
            </a:r>
            <a:r>
              <a:rPr lang="en-IN" dirty="0"/>
              <a:t>(</a:t>
            </a:r>
            <a:r>
              <a:rPr lang="en-IN" dirty="0" err="1"/>
              <a:t>inplace</a:t>
            </a:r>
            <a:r>
              <a:rPr lang="en-IN" dirty="0"/>
              <a:t>=True)         # drop rows with any null</a:t>
            </a:r>
          </a:p>
          <a:p>
            <a:r>
              <a:rPr lang="en-IN" dirty="0" err="1"/>
              <a:t>df.fillna</a:t>
            </a:r>
            <a:r>
              <a:rPr lang="en-IN" dirty="0"/>
              <a:t>(0, </a:t>
            </a:r>
            <a:r>
              <a:rPr lang="en-IN" dirty="0" err="1"/>
              <a:t>inplace</a:t>
            </a:r>
            <a:r>
              <a:rPr lang="en-IN" dirty="0"/>
              <a:t>=True)      # fill null with 0</a:t>
            </a:r>
          </a:p>
          <a:p>
            <a:r>
              <a:rPr lang="en-IN" dirty="0" err="1"/>
              <a:t>df</a:t>
            </a:r>
            <a:r>
              <a:rPr lang="en-IN" dirty="0"/>
              <a:t>['Age'].</a:t>
            </a:r>
            <a:r>
              <a:rPr lang="en-IN" dirty="0" err="1"/>
              <a:t>fillna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['Age'].mean(), </a:t>
            </a:r>
            <a:r>
              <a:rPr lang="en-IN" dirty="0" err="1"/>
              <a:t>inplace</a:t>
            </a:r>
            <a:r>
              <a:rPr lang="en-IN" dirty="0"/>
              <a:t>=True)  # fill with mean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875897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50C1C2-3AC2-7515-2B0F-BD4EDA4DD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483824"/>
          </a:xfrm>
        </p:spPr>
        <p:txBody>
          <a:bodyPr>
            <a:normAutofit/>
          </a:bodyPr>
          <a:lstStyle/>
          <a:p>
            <a:r>
              <a:rPr lang="en-IN" dirty="0"/>
              <a:t>Data Cleaning Steps--</a:t>
            </a:r>
            <a:br>
              <a:rPr lang="en-IN" dirty="0"/>
            </a:br>
            <a:r>
              <a:rPr lang="en-IN" dirty="0"/>
              <a:t>2.Handle Duplicates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B75EBEC-97BB-FEAA-EB97-09E925043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df.duplicated</a:t>
            </a:r>
            <a:r>
              <a:rPr lang="en-US" dirty="0"/>
              <a:t>().sum()      # how many duplicates</a:t>
            </a:r>
          </a:p>
          <a:p>
            <a:r>
              <a:rPr lang="en-US" dirty="0" err="1"/>
              <a:t>df.drop_duplicates</a:t>
            </a:r>
            <a:r>
              <a:rPr lang="en-US" dirty="0"/>
              <a:t>(</a:t>
            </a:r>
            <a:r>
              <a:rPr lang="en-US" dirty="0" err="1"/>
              <a:t>inplace</a:t>
            </a:r>
            <a:r>
              <a:rPr lang="en-US" dirty="0"/>
              <a:t>=True)   # remove duplicates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870165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7F281E-5CC8-1A17-18EA-904BB027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 Cleaning Steps--</a:t>
            </a:r>
            <a:br>
              <a:rPr lang="en-IN" dirty="0"/>
            </a:br>
            <a:r>
              <a:rPr lang="en-IN" dirty="0"/>
              <a:t>3.Handle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2A4BD81-3F8A-FCA4-7398-E9EB81F96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df.dtypes                  # check types</a:t>
            </a:r>
          </a:p>
          <a:p>
            <a:r>
              <a:rPr lang="en-IN"/>
              <a:t>df['Age'] = df['Age'].astype(int)   # convert type</a:t>
            </a:r>
          </a:p>
          <a:p>
            <a:r>
              <a:rPr lang="en-IN"/>
              <a:t>df['Date'] = pd.to_datetime(df['Date'])  # convert to datetime</a:t>
            </a:r>
          </a:p>
        </p:txBody>
      </p:sp>
    </p:spTree>
    <p:extLst>
      <p:ext uri="{BB962C8B-B14F-4D97-AF65-F5344CB8AC3E}">
        <p14:creationId xmlns="" xmlns:p14="http://schemas.microsoft.com/office/powerpoint/2010/main" val="1059871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74127B-EC66-0534-9CC8-E0332D24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 Cleaning Steps--</a:t>
            </a:r>
            <a:br>
              <a:rPr lang="en-IN" dirty="0"/>
            </a:br>
            <a:r>
              <a:rPr lang="en-IN" dirty="0"/>
              <a:t>4. </a:t>
            </a:r>
            <a:r>
              <a:rPr lang="en-IN" b="1" dirty="0"/>
              <a:t>Handle Outliers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85F884C-4A46-A17D-53DB-66986E177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Detect:</a:t>
            </a:r>
          </a:p>
          <a:p>
            <a:r>
              <a:rPr lang="en-IN" dirty="0" err="1"/>
              <a:t>df</a:t>
            </a:r>
            <a:r>
              <a:rPr lang="en-IN" dirty="0"/>
              <a:t>['Age'].describe()     # check min, max, quartiles</a:t>
            </a:r>
          </a:p>
          <a:p>
            <a:r>
              <a:rPr lang="en-IN" dirty="0"/>
              <a:t>Filter out:</a:t>
            </a:r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df</a:t>
            </a:r>
            <a:r>
              <a:rPr lang="en-IN" dirty="0"/>
              <a:t>[</a:t>
            </a:r>
            <a:r>
              <a:rPr lang="en-IN" dirty="0" err="1"/>
              <a:t>df</a:t>
            </a:r>
            <a:r>
              <a:rPr lang="en-IN" dirty="0"/>
              <a:t>['Age'] &lt; 100] # remove unreasonable ages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84703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098D78-BC1F-7559-3FC4-3299C554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Data Cleaning Steps—</a:t>
            </a:r>
            <a:br>
              <a:rPr lang="en-IN" dirty="0"/>
            </a:br>
            <a:r>
              <a:rPr lang="en-IN" dirty="0"/>
              <a:t>5. </a:t>
            </a:r>
            <a:r>
              <a:rPr lang="en-IN" b="1" dirty="0"/>
              <a:t>String Operations</a:t>
            </a:r>
            <a:br>
              <a:rPr lang="en-IN" b="1" dirty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FA5E0C1-E881-F7B3-A509-FE444FA53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df</a:t>
            </a:r>
            <a:r>
              <a:rPr lang="en-IN" dirty="0"/>
              <a:t>['City'] = </a:t>
            </a:r>
            <a:r>
              <a:rPr lang="en-IN" dirty="0" err="1"/>
              <a:t>df</a:t>
            </a:r>
            <a:r>
              <a:rPr lang="en-IN" dirty="0"/>
              <a:t>['City'].</a:t>
            </a:r>
            <a:r>
              <a:rPr lang="en-IN" dirty="0" err="1"/>
              <a:t>str.strip</a:t>
            </a:r>
            <a:r>
              <a:rPr lang="en-IN" dirty="0"/>
              <a:t>()       # remove whitespace</a:t>
            </a:r>
          </a:p>
          <a:p>
            <a:r>
              <a:rPr lang="en-IN" dirty="0" err="1"/>
              <a:t>df</a:t>
            </a:r>
            <a:r>
              <a:rPr lang="en-IN" dirty="0"/>
              <a:t>['City'] = </a:t>
            </a:r>
            <a:r>
              <a:rPr lang="en-IN" dirty="0" err="1"/>
              <a:t>df</a:t>
            </a:r>
            <a:r>
              <a:rPr lang="en-IN" dirty="0"/>
              <a:t>['City'].</a:t>
            </a:r>
            <a:r>
              <a:rPr lang="en-IN" dirty="0" err="1"/>
              <a:t>str.lower</a:t>
            </a:r>
            <a:r>
              <a:rPr lang="en-IN" dirty="0"/>
              <a:t>()       # to lowercase</a:t>
            </a:r>
          </a:p>
          <a:p>
            <a:r>
              <a:rPr lang="en-IN" dirty="0" err="1"/>
              <a:t>df</a:t>
            </a:r>
            <a:r>
              <a:rPr lang="en-IN" dirty="0"/>
              <a:t>['City'] = </a:t>
            </a:r>
            <a:r>
              <a:rPr lang="en-IN" dirty="0" err="1"/>
              <a:t>df</a:t>
            </a:r>
            <a:r>
              <a:rPr lang="en-IN" dirty="0"/>
              <a:t>['City'].</a:t>
            </a:r>
            <a:r>
              <a:rPr lang="en-IN" dirty="0" err="1"/>
              <a:t>str.replace</a:t>
            </a:r>
            <a:r>
              <a:rPr lang="en-IN" dirty="0"/>
              <a:t>('</a:t>
            </a:r>
            <a:r>
              <a:rPr lang="en-IN" dirty="0" err="1"/>
              <a:t>mumbai</a:t>
            </a:r>
            <a:r>
              <a:rPr lang="en-IN" dirty="0"/>
              <a:t>','Mumbai')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123563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DA7593A-FB4F-C503-2AC1-4B8D4C80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5B96F7-7569-37E3-A946-FDBF8814A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/>
            </a:r>
            <a:br>
              <a:rPr lang="en-IN" b="1" dirty="0"/>
            </a:br>
            <a:r>
              <a:rPr lang="en-IN" dirty="0"/>
              <a:t>Data Cleaning Steps—</a:t>
            </a:r>
            <a:br>
              <a:rPr lang="en-IN" dirty="0"/>
            </a:br>
            <a:r>
              <a:rPr lang="en-IN" dirty="0"/>
              <a:t>6. </a:t>
            </a:r>
            <a:r>
              <a:rPr lang="en-IN" b="1" dirty="0"/>
              <a:t>Encoding Categorical Variables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D2D6F84-96BA-7759-021A-13F80B0B9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/>
              <a:t># One-hot encoding</a:t>
            </a:r>
          </a:p>
          <a:p>
            <a:pPr>
              <a:buNone/>
            </a:pPr>
            <a:r>
              <a:rPr lang="en-IN" dirty="0" err="1"/>
              <a:t>pd.get_dummies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['City'])  </a:t>
            </a:r>
          </a:p>
          <a:p>
            <a:endParaRPr lang="en-IN" dirty="0"/>
          </a:p>
          <a:p>
            <a:pPr>
              <a:buNone/>
            </a:pPr>
            <a:r>
              <a:rPr lang="en-IN" dirty="0"/>
              <a:t># Label encoding</a:t>
            </a:r>
          </a:p>
          <a:p>
            <a:pPr>
              <a:buNone/>
            </a:pPr>
            <a:r>
              <a:rPr lang="en-IN" dirty="0"/>
              <a:t>from </a:t>
            </a:r>
            <a:r>
              <a:rPr lang="en-IN" dirty="0" err="1"/>
              <a:t>sklearn.preprocessing</a:t>
            </a:r>
            <a:r>
              <a:rPr lang="en-IN" dirty="0"/>
              <a:t> import </a:t>
            </a:r>
            <a:r>
              <a:rPr lang="en-IN" dirty="0" err="1"/>
              <a:t>LabelEncoder</a:t>
            </a:r>
            <a:endParaRPr lang="en-IN" dirty="0"/>
          </a:p>
          <a:p>
            <a:pPr>
              <a:buNone/>
            </a:pPr>
            <a:r>
              <a:rPr lang="en-IN" dirty="0"/>
              <a:t>le = </a:t>
            </a:r>
            <a:r>
              <a:rPr lang="en-IN" dirty="0" err="1"/>
              <a:t>LabelEncoder</a:t>
            </a:r>
            <a:r>
              <a:rPr lang="en-IN" dirty="0"/>
              <a:t>()</a:t>
            </a:r>
          </a:p>
          <a:p>
            <a:pPr>
              <a:buNone/>
            </a:pPr>
            <a:r>
              <a:rPr lang="en-IN" dirty="0" err="1"/>
              <a:t>df</a:t>
            </a:r>
            <a:r>
              <a:rPr lang="en-IN" dirty="0"/>
              <a:t>['</a:t>
            </a:r>
            <a:r>
              <a:rPr lang="en-IN" dirty="0" err="1"/>
              <a:t>City_encoded</a:t>
            </a:r>
            <a:r>
              <a:rPr lang="en-IN" dirty="0"/>
              <a:t>'] = </a:t>
            </a:r>
            <a:r>
              <a:rPr lang="en-IN" dirty="0" err="1"/>
              <a:t>le.fit_transform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['City'])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241134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4A0903F-EF04-0D91-F9DF-D18395B4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6A1CBA-AA2D-B3B5-424E-7606E984C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517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Data Cleaning Steps—</a:t>
            </a:r>
            <a:br>
              <a:rPr lang="en-IN" dirty="0"/>
            </a:br>
            <a:r>
              <a:rPr lang="en-IN" dirty="0"/>
              <a:t>7. </a:t>
            </a:r>
            <a:r>
              <a:rPr lang="en-IN" b="1" dirty="0"/>
              <a:t>Handling Large Datasets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63B16B-7CB1-C525-EFF0-6E4E44E8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Use df.info(</a:t>
            </a:r>
            <a:r>
              <a:rPr lang="en-IN" dirty="0" err="1"/>
              <a:t>memory_usage</a:t>
            </a:r>
            <a:r>
              <a:rPr lang="en-IN" dirty="0"/>
              <a:t>='deep') to check memory usage.</a:t>
            </a:r>
          </a:p>
          <a:p>
            <a:r>
              <a:rPr lang="en-IN" dirty="0"/>
              <a:t>Load partially:</a:t>
            </a:r>
          </a:p>
          <a:p>
            <a:pPr>
              <a:buNone/>
            </a:pPr>
            <a:r>
              <a:rPr lang="en-IN" dirty="0" err="1"/>
              <a:t>pd.read_csv</a:t>
            </a:r>
            <a:r>
              <a:rPr lang="en-IN" dirty="0"/>
              <a:t>('data.csv', </a:t>
            </a:r>
            <a:r>
              <a:rPr lang="en-IN" dirty="0" err="1"/>
              <a:t>nrows</a:t>
            </a:r>
            <a:r>
              <a:rPr lang="en-IN" dirty="0"/>
              <a:t>=1000)</a:t>
            </a:r>
          </a:p>
          <a:p>
            <a:r>
              <a:rPr lang="en-IN" dirty="0"/>
              <a:t>Chunk loading:</a:t>
            </a:r>
          </a:p>
          <a:p>
            <a:pPr>
              <a:buNone/>
            </a:pPr>
            <a:r>
              <a:rPr lang="en-IN" dirty="0"/>
              <a:t>for chunk in </a:t>
            </a:r>
            <a:r>
              <a:rPr lang="en-IN" dirty="0" err="1"/>
              <a:t>pd.read_csv</a:t>
            </a:r>
            <a:r>
              <a:rPr lang="en-IN" dirty="0"/>
              <a:t>('data.csv', </a:t>
            </a:r>
            <a:r>
              <a:rPr lang="en-IN" dirty="0" err="1"/>
              <a:t>chunksize</a:t>
            </a:r>
            <a:r>
              <a:rPr lang="en-IN" dirty="0"/>
              <a:t>=5000):</a:t>
            </a:r>
          </a:p>
          <a:p>
            <a:pPr>
              <a:buNone/>
            </a:pPr>
            <a:r>
              <a:rPr lang="en-IN" smtClean="0"/>
              <a:t>  </a:t>
            </a:r>
            <a:r>
              <a:rPr lang="en-IN" dirty="0"/>
              <a:t>process(chunk)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932390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with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Summary </a:t>
            </a:r>
            <a:r>
              <a:t>statistics: describe(), mean(), sum()</a:t>
            </a:r>
          </a:p>
          <a:p>
            <a:r>
              <a:rPr smtClean="0"/>
              <a:t>Grouping</a:t>
            </a:r>
            <a:r>
              <a:t>: groupby()</a:t>
            </a:r>
          </a:p>
          <a:p>
            <a:r>
              <a:rPr smtClean="0"/>
              <a:t>Sorting</a:t>
            </a:r>
            <a:r>
              <a:t>: sort_values()</a:t>
            </a:r>
          </a:p>
          <a:p>
            <a:r>
              <a:rPr smtClean="0"/>
              <a:t>Merging/Joining</a:t>
            </a:r>
            <a:r>
              <a:t>: merge(), concat()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Basic </a:t>
            </a:r>
            <a:r>
              <a:t>plotting: df.plot()</a:t>
            </a:r>
          </a:p>
          <a:p>
            <a:r>
              <a:rPr smtClean="0"/>
              <a:t>Histogram</a:t>
            </a:r>
            <a:r>
              <a:t>: df['col'].hist()</a:t>
            </a:r>
          </a:p>
          <a:p>
            <a:r>
              <a:rPr smtClean="0"/>
              <a:t>Integration </a:t>
            </a:r>
            <a:r>
              <a:t>with Matplotlib and Seaborn for advanced plots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Pandas </a:t>
            </a:r>
            <a:r>
              <a:t>simplifies data handling in Python</a:t>
            </a:r>
          </a:p>
          <a:p>
            <a:r>
              <a:rPr smtClean="0"/>
              <a:t>Provides </a:t>
            </a:r>
            <a:r>
              <a:t>powerful data structures and functions</a:t>
            </a:r>
          </a:p>
          <a:p>
            <a:r>
              <a:rPr smtClean="0"/>
              <a:t>Essential </a:t>
            </a:r>
            <a:r>
              <a:t>for data science and machine learning projects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604</Words>
  <Application>Microsoft Office PowerPoint</Application>
  <PresentationFormat>On-screen Show (4:3)</PresentationFormat>
  <Paragraphs>96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Pandas Library</vt:lpstr>
      <vt:lpstr>What is Pandas?</vt:lpstr>
      <vt:lpstr>Core Data Structures</vt:lpstr>
      <vt:lpstr>Slide 4</vt:lpstr>
      <vt:lpstr>Slide 5</vt:lpstr>
      <vt:lpstr>Slide 6</vt:lpstr>
      <vt:lpstr>Reading and Writing Data</vt:lpstr>
      <vt:lpstr>Selecting Data</vt:lpstr>
      <vt:lpstr>Basic operations</vt:lpstr>
      <vt:lpstr>Data Cleaning Steps-- 1. Handle Missing Values</vt:lpstr>
      <vt:lpstr>Data Cleaning Steps-- 2.Handle Duplicates</vt:lpstr>
      <vt:lpstr>Data Cleaning Steps-- 3.Handle Data Types</vt:lpstr>
      <vt:lpstr>Data Cleaning Steps-- 4. Handle Outliers</vt:lpstr>
      <vt:lpstr>  Data Cleaning Steps— 5. String Operations  </vt:lpstr>
      <vt:lpstr> Data Cleaning Steps— 6. Encoding Categorical Variables </vt:lpstr>
      <vt:lpstr>Data Cleaning Steps— 7. Handling Large Datasets </vt:lpstr>
      <vt:lpstr>Data Analysis with Pandas</vt:lpstr>
      <vt:lpstr>Visualization</vt:lpstr>
      <vt:lpstr>Summary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Library</dc:title>
  <dc:subject/>
  <dc:creator/>
  <cp:keywords/>
  <dc:description>generated using python-pptx</dc:description>
  <cp:lastModifiedBy>kanakaraj</cp:lastModifiedBy>
  <cp:revision>9</cp:revision>
  <dcterms:created xsi:type="dcterms:W3CDTF">2013-01-27T09:14:16Z</dcterms:created>
  <dcterms:modified xsi:type="dcterms:W3CDTF">2026-07-02T14:26:17Z</dcterms:modified>
  <cp:category/>
</cp:coreProperties>
</file>