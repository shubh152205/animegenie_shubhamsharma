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lay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7rNTr0erF4dxavY3RTtm3dCIv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/>
              <a:t>Streamlit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Streamlit 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Streamlit </a:t>
            </a:r>
            <a:r>
              <a:rPr lang="en-US"/>
              <a:t>is an open-source Python library for building interactive web apps using only Python. </a:t>
            </a:r>
            <a:endParaRPr/>
          </a:p>
          <a:p>
            <a:pPr indent="-17780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It's ideal for creating dashboards, data-driven web apps, reporting tools and interactive user interfaces without needing HTML, CSS or JavaScript.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736270"/>
            <a:ext cx="10515600" cy="8075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Streamlit Installation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sure Python and pip are already installed on your system. To install Streamlit, run the following command in the command prompt or terminal: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pip install streamlit</a:t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How to run Streamlit file?</a:t>
            </a:r>
            <a:br>
              <a:rPr b="1" lang="en-US"/>
            </a:b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run a Streamlit app, open the command prompt or Anaconda prompt and type: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streamlit run filename.py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if file name is sample.py, run: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streamlit run sample.py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 running the command, Streamlit starts a local development server and displays a URL (http://localhost:8501). Open this URL in your browser to view and interact with the app.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US"/>
              <a:t>Understanding Streamlit basic functions</a:t>
            </a:r>
            <a:br>
              <a:rPr b="1" lang="en-US"/>
            </a:b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Streamlit offers simple built-in functions to create interactive web apps using Python. These functions help display text, add widgets, visualize data and handle user input.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1. Title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basic Streamlit example displays a title on the web page, confirming that Streamlit is set up and running correctly.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import streamlit as 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st.title("Hello India !!!")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838200" y="950026"/>
            <a:ext cx="10515600" cy="522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2. Header and Subheader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demonstrates how to add a header and subheader in a Streamlit app.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st.header("This is a header")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st.subheader("This is a subheader")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3. Text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shows how to display plain text in a Streamlit app using st.text() function.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st.text("Hello India!!!")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838200" y="1211283"/>
            <a:ext cx="10515600" cy="4965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4. Markdown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uses st.markdown() to show formatted text. The ### creates a level 3 header, used for medium-sized headings in the app.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st.markdown("### This is a markdown")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838200" y="368136"/>
            <a:ext cx="10431483" cy="6270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5. Success, Info, Warning, Error and Exception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example shows how to display different types of messages and alerts in a Streamlit app using built-in functions like st.success(), st.info(), st.warning(), st.error() and st.exception(). These functions help communicate status, information, warnings, errors and exceptions to users clearly.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st.success("Success")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st.info("Information")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st.warning("Warning")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st.error("Error")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exp = ZeroDivisionError("Trying to divide by Zero")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st.exception(exp)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838200" y="1056904"/>
            <a:ext cx="10515600" cy="5120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6. Write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uses st.write() that can display text, numbers, data structures and even charts. Here, it's used to show plain text and the output of Python’s built-in range() function.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st.write("Text with write")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Writing python inbuilt function range()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st.write(range(10))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838200" y="950026"/>
            <a:ext cx="10515600" cy="522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7. Display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demonstrates how to display an image using Pillow library. The image is opened with Image.open() and displayed with st.image(), where the width parameter controls its size.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from PIL import Image  # Import Image from Pillow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img = Image.open("streamlit.png") # Open the image file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st.image(img, width=200) # Display the image with a specified width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body"/>
          </p:nvPr>
        </p:nvSpPr>
        <p:spPr>
          <a:xfrm>
            <a:off x="838200" y="902525"/>
            <a:ext cx="10515600" cy="527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8. Checkbox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uses a checkbox in Streamlit to toggle content visibility. When the checkbox labeled "Show/Hide" is checked, it displays a text message on the screen.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Display a checkbox with the label 'Show/Hide'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st.checkbox("Show/Hide"):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Show this text only when the checkbox is checked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st.text("Showing the widget")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782097" y="676893"/>
            <a:ext cx="10515600" cy="5640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9. Radio Button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demonstrates how to use radio buttons to let users select one option from a list. Based on the selected gender, the app displays the result using </a:t>
            </a:r>
            <a:r>
              <a:rPr b="1" lang="en-US"/>
              <a:t>st.success()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Create a radio button to select gender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status = st.radio("Select Gender:", ['Male', 'Female'])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Display the selected option using success message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status == 'Male':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st.success("Male")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else: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st.success("Female")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838200" y="760021"/>
            <a:ext cx="10515600" cy="54169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10. Selection Box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uses a select box in Streamlit to let users choose one option from a dropdown list. The selected item is then displayed on the screen.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Create a dropdown menu for selecting a hobby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hobby = st.selectbox("Select a Hobby:", ['Dancing', 'Reading', 'Sports'])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Display the selected hobby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st.write("Your hobby is:", hobby)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712519"/>
            <a:ext cx="10515600" cy="5464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11. Multi-Selectbox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demonstrates how to use a multiselect box in Streamlit, allowing users to choose multiple options from a list. The app then displays the number of selected items.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Create a multiselect box for choosing hobbies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hobbies = st.multiselect("Select Your Hobbies:", ['Dancing', 'Reading', 'Sports'])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Display the number of selected hobbies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st.write("You selected", len(hobbies), "hobbies")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838200" y="593766"/>
            <a:ext cx="10515600" cy="55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12. Button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shows how to use buttons in Streamlit. Buttons can trigger specific actions when clicked, such as displaying a message or running a function.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A simple button that does nothing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st.button("Click Me")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A button that displays text when clicked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st.button("About"):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st.text("Welcome to INDIA!")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838200" y="878774"/>
            <a:ext cx="10515600" cy="5298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13. Text Input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Text input fields allow users to enter custom data. This example collects a user's name, formats it with proper capitalization and displays it when Submit button is clicked, simulating a basic form interaction.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Create a text input box with a default placeholder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name = st.text_input("Enter your name", "Type here...")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# Display the name after clicking the Submit button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st.button("Submit"):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result = name.title()  # Capitalize the first letter of each word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st.success(result)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38200" y="486888"/>
            <a:ext cx="10515600" cy="5902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14.  Slider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Sliders provide a way to select numeric values within a range.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example lets users choose a level between 1 and 5 and displays the selected value instantly. It is useful for settings like ratings, difficulty levels or thresholds.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# Create a slider to select a level between 1 and 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level = st.slider("Choose a level", min_value=1, max_value=5)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# Display the selected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st.write(f"Selected level: {level}")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838200" y="273132"/>
            <a:ext cx="10515600" cy="6329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import streamlit as 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Title of the app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st.title("BMI Calculator")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Input: Weight in kilograms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weight = st.number_input("Enter your weight (kg):", min_value=0.0, format="%.2f")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Input: Height format selection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height_unit = st.radio("Select your height unit:", ['Centimeters', 'Meters', 'Feet'])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Input: Height value based on selected unit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height = st.number_input(f"Enter your height ({height_unit.lower()}):", min_value=0.0, format="%.2f")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Calculate BMI when button is pressed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st.button("Calculate BMI"):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try: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# Convert height to meters based on selected unit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height_unit == 'Centimeters':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height_m = height / 100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elif height_unit == 'Feet':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height_m = height / 3.28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height_m = height    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838200" y="237506"/>
            <a:ext cx="10515600" cy="63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Prevent division by zero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height_m &lt;= 0: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st.error("Height must be greater than zero.")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else: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bmi = weight / (height_m ** 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st.success(f"Your BMI is {bmi:.2f}")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# BMI interpretation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if bmi &lt; 16: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st.error("You are Extremely Underweight")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elif 16 &lt;= bmi &lt; 18.5: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st.warning("You are Underweight")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elif 18.5 &lt;= bmi &lt; 25: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st.success("You are Healthy")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elif 25 &lt;= bmi &lt; 30: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st.warning("You are Overweight")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else: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    st.error("You are Extremely Overweight")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except: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st.error("Please enter valid numeric values.")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2025-10-31T13:32:27Z</dcterms:created>
  <dc:creator>Mr.K.Arun Kumar</dc:creator>
</cp:coreProperties>
</file>