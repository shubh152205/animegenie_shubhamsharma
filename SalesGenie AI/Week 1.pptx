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3840">
          <p15:clr>
            <a:srgbClr val="000000"/>
          </p15:clr>
        </p15:guide>
      </p15:sldGuideLst>
    </p:ext>
    <p:ext uri="GoogleSlidesCustomDataVersion2">
      <go:slidesCustomData xmlns:go="http://customooxmlschemas.google.com/" r:id="rId15" roundtripDataSignature="AMtx7mjVd2003T3kmCUCigVsleUI/S6a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928255"/>
            <a:ext cx="9144000" cy="326967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SalesGenie AI – </a:t>
            </a: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AI Sales Assistant &amp; Lead Intelligence Platform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/>
              <a:t>Project Statement</a:t>
            </a:r>
            <a:endParaRPr b="1"/>
          </a:p>
        </p:txBody>
      </p:sp>
      <p:sp>
        <p:nvSpPr>
          <p:cNvPr id="90" name="Google Shape;90;p2"/>
          <p:cNvSpPr txBox="1"/>
          <p:nvPr>
            <p:ph idx="1" type="body"/>
          </p:nvPr>
        </p:nvSpPr>
        <p:spPr>
          <a:xfrm>
            <a:off x="838200" y="1496290"/>
            <a:ext cx="10515600" cy="51677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Modern sales teams spend a significant amount of time researching prospects, analysing company information, preparing outreach messages, tracking customer interactions, and identifying high-potential opportunities.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Manual lead qualification and sales outreach often result in inconsistent engagement, lower conversion rates, and reduced productivity.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This project aims to develop SalesGenie AI, an AI-powered Sales Assistant and Lead Intelligence Platform that automates lead analysis, prospect research, personalized outreach generation, sales conversation summarization, and follow-up recommendations.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By leveraging Large Language Models (LLMs), agentic AI workflows, CRM integrations, and sales intelligence analytics, the platform enables sales teams to focus on relationship building and revenue generation. 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The solution improves lead conversion rates, streamlines sales operations, and enhances decision-making through actionable AI-driven insights.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"/>
          <p:cNvSpPr txBox="1"/>
          <p:nvPr>
            <p:ph type="title"/>
          </p:nvPr>
        </p:nvSpPr>
        <p:spPr>
          <a:xfrm>
            <a:off x="838200" y="365125"/>
            <a:ext cx="10515600" cy="106189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Outcomes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3"/>
          <p:cNvSpPr txBox="1"/>
          <p:nvPr>
            <p:ph idx="1" type="body"/>
          </p:nvPr>
        </p:nvSpPr>
        <p:spPr>
          <a:xfrm>
            <a:off x="838200" y="1427018"/>
            <a:ext cx="10515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Centralized prospect and lead management platform.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AI-powered company profile analysis and lead intelligence generation.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Personalized cold email and outreach message generation.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Automated lead scoring based on conversion probability.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AI-generated follow-up strategies and sales recommendations.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Meeting and sales conversation summarization.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CRM integration for seamless sales workflow management.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Sales performance analytics and business intelligence dashboard.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GB">
                <a:latin typeface="Times New Roman"/>
                <a:ea typeface="Times New Roman"/>
                <a:cs typeface="Times New Roman"/>
                <a:sym typeface="Times New Roman"/>
              </a:rPr>
              <a:t>Modules to be Implemented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Lead Management &amp; Prospect Database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Lead Intelligence &amp; Company Analysis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AI Outreach Generation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Lead Scoring &amp; Recommendation Engine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Conversation Intelligence &amp; CRM Integration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r>
              <a:rPr lang="en-GB"/>
              <a:t>Dashboard &amp; Sales Analytics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GB"/>
              <a:t>Week-wise Module Implementation &amp; High-Level Requirements</a:t>
            </a:r>
            <a:endParaRPr b="1"/>
          </a:p>
        </p:txBody>
      </p:sp>
      <p:sp>
        <p:nvSpPr>
          <p:cNvPr id="108" name="Google Shape;108;p5"/>
          <p:cNvSpPr txBox="1"/>
          <p:nvPr>
            <p:ph idx="1" type="body"/>
          </p:nvPr>
        </p:nvSpPr>
        <p:spPr>
          <a:xfrm>
            <a:off x="838200" y="2398815"/>
            <a:ext cx="10515600" cy="37781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Milestone 1 (Weeks 1–2) – Lead Management &amp; Intelligence Engine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Milestone 2 (Weeks 3–4) – Outreach Generation &amp; Lead Scoring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Milestone 3 (Weeks 5–6) – CRM Integration &amp; Conversation Intelligence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GB"/>
              <a:t>Milestone 4 (Weeks 7–8) – Dashboard &amp; Automation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Workflow Diagram</a:t>
            </a:r>
            <a:endParaRPr/>
          </a:p>
        </p:txBody>
      </p:sp>
      <p:pic>
        <p:nvPicPr>
          <p:cNvPr id="114" name="Google Shape;114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2049" l="21256" r="16448" t="21906"/>
          <a:stretch/>
        </p:blipFill>
        <p:spPr>
          <a:xfrm>
            <a:off x="605642" y="1504714"/>
            <a:ext cx="10664041" cy="47654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Architecture Diagram</a:t>
            </a:r>
            <a:endParaRPr/>
          </a:p>
        </p:txBody>
      </p:sp>
      <p:pic>
        <p:nvPicPr>
          <p:cNvPr id="120" name="Google Shape;120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20510" l="21256" r="17983" t="21633"/>
          <a:stretch/>
        </p:blipFill>
        <p:spPr>
          <a:xfrm>
            <a:off x="1025238" y="1519342"/>
            <a:ext cx="10141500" cy="486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GB"/>
              <a:t>Database Schema</a:t>
            </a:r>
            <a:endParaRPr/>
          </a:p>
        </p:txBody>
      </p:sp>
      <p:pic>
        <p:nvPicPr>
          <p:cNvPr id="126" name="Google Shape;126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8326" l="19108" r="16448" t="22179"/>
          <a:stretch/>
        </p:blipFill>
        <p:spPr>
          <a:xfrm>
            <a:off x="581892" y="1465019"/>
            <a:ext cx="10355282" cy="4674523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3137"/>
              </a:srgbClr>
            </a:out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t/>
            </a:r>
            <a:endParaRPr sz="66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</a:pPr>
            <a:r>
              <a:rPr lang="en-GB" sz="6600"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 sz="6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2026-06-30T05:54:58Z</dcterms:created>
  <dc:creator>lab 8</dc:creator>
</cp:coreProperties>
</file>